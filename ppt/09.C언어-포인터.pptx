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2" r:id="rId2"/>
    <p:sldId id="273" r:id="rId3"/>
    <p:sldId id="311" r:id="rId4"/>
    <p:sldId id="309" r:id="rId5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FF9900"/>
    <a:srgbClr val="CC00CC"/>
    <a:srgbClr val="FF0000"/>
    <a:srgbClr val="FF00FF"/>
    <a:srgbClr val="CCFFFF"/>
    <a:srgbClr val="FFFFCC"/>
    <a:srgbClr val="CCFFCC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002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FC0D-1C2C-37AA-7CB1-C3D322973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09. </a:t>
            </a:r>
            <a:r>
              <a:rPr lang="ko-KR" altLang="en-US" dirty="0"/>
              <a:t>포인터</a:t>
            </a:r>
            <a:br>
              <a:rPr lang="en-US" altLang="ko-KR" dirty="0"/>
            </a:br>
            <a:r>
              <a:rPr lang="en-US" altLang="ko-KR" sz="2800" dirty="0"/>
              <a:t>(Pointer)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4EB79-AD88-258F-4E8F-24B268B48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9B9F4-4800-F14C-8C36-B879D7464F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865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F9540-6669-5CDA-78BF-4F9AF396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9.1 </a:t>
            </a:r>
            <a:r>
              <a:rPr lang="ko-KR" altLang="en-US" b="0" dirty="0"/>
              <a:t>주소와 참조</a:t>
            </a:r>
            <a:r>
              <a:rPr lang="en-US" altLang="ko-KR" b="0" dirty="0"/>
              <a:t>, </a:t>
            </a:r>
            <a:r>
              <a:rPr lang="ko-KR" altLang="en-US" b="0" dirty="0"/>
              <a:t>포인터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A56B1-FED6-471B-3FDB-9DA89B9D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포인터 변수 범위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520F2D-687B-70A1-78EF-638E75AC1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7632041-DC78-F992-EE39-3BB20DD98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488037"/>
            <a:ext cx="5194126" cy="388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76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0FFC-5AD0-417F-1492-E2C8AAB24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5D25E0-F5D5-4D7E-44D5-66D7F981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9.1.1 </a:t>
            </a:r>
            <a:r>
              <a:rPr lang="ko-KR" altLang="en-US" b="0" dirty="0"/>
              <a:t>포인터 선언과 의미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6F0AD4-3E8A-C231-CDCE-9141ACB10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포인터</a:t>
            </a:r>
            <a:endParaRPr lang="en-US" altLang="ko-KR" sz="2400" dirty="0"/>
          </a:p>
          <a:p>
            <a:pPr lvl="1"/>
            <a:r>
              <a:rPr lang="ko-KR" altLang="en-US" b="0" dirty="0"/>
              <a:t>주소를 저장하는 변수</a:t>
            </a:r>
            <a:endParaRPr lang="en-US" altLang="ko-KR" b="0" dirty="0"/>
          </a:p>
          <a:p>
            <a:pPr lvl="1"/>
            <a:endParaRPr lang="en-US" altLang="ko-KR" sz="2000" b="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포인터 선언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2E5985-9DCD-70FF-1924-D23E0D3208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73A0B-F2EF-54EA-5CBA-EBFC189FFABF}"/>
              </a:ext>
            </a:extLst>
          </p:cNvPr>
          <p:cNvSpPr txBox="1"/>
          <p:nvPr/>
        </p:nvSpPr>
        <p:spPr>
          <a:xfrm>
            <a:off x="580317" y="2924944"/>
            <a:ext cx="7272808" cy="46166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자료형* 포인터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9124CF-4B17-15C6-222B-0F1BE42339E3}"/>
              </a:ext>
            </a:extLst>
          </p:cNvPr>
          <p:cNvSpPr txBox="1"/>
          <p:nvPr/>
        </p:nvSpPr>
        <p:spPr>
          <a:xfrm>
            <a:off x="580317" y="3558059"/>
            <a:ext cx="7232043" cy="707886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같은 자료형을 가지고 선언하는 경우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자료형 *포인터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포인터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포인터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1859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C8B2-E2C6-43E5-3756-945973201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651C1-D9D8-EF13-B63D-DBB165512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9.1.1 </a:t>
            </a:r>
            <a:r>
              <a:rPr lang="ko-KR" altLang="en-US" b="0" dirty="0"/>
              <a:t>포인터 선언과 의미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5ADD8-7509-7422-A6CE-5D315BE3E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포인터 선언 예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6C5B02-CFE6-9AAC-9B2D-F81BA8E08D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6AEFC-75D3-327B-BFA1-240AC2D7A97B}"/>
              </a:ext>
            </a:extLst>
          </p:cNvPr>
          <p:cNvSpPr txBox="1"/>
          <p:nvPr/>
        </p:nvSpPr>
        <p:spPr>
          <a:xfrm>
            <a:off x="539750" y="1196752"/>
            <a:ext cx="87129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일반 변수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자료형 변수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이름 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=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값</a:t>
            </a:r>
            <a:endParaRPr lang="en-US" altLang="ko-KR" sz="1800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pPr rtl="0">
              <a:buNone/>
            </a:pPr>
            <a:endParaRPr lang="en-US" altLang="ko-KR" sz="1800" b="0" i="0" u="none" strike="noStrike" dirty="0">
              <a:solidFill>
                <a:srgbClr val="A626A4"/>
              </a:solidFill>
              <a:effectLst/>
              <a:latin typeface="Consolas" panose="020B0609020204030204" pitchFamily="49" charset="0"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myIntValue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rtl="0">
              <a:buNone/>
            </a:pPr>
            <a:endParaRPr lang="en-US" altLang="ko-KR" sz="18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 rtl="0">
              <a:buNone/>
            </a:pPr>
            <a:endParaRPr lang="en-US" altLang="ko-KR" sz="1800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rtl="0">
              <a:buNone/>
            </a:pPr>
            <a:endParaRPr lang="en-US" altLang="ko-KR" sz="1800" b="0" dirty="0">
              <a:effectLst/>
            </a:endParaRPr>
          </a:p>
          <a:p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포인터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자료형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*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 포인터변수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이름 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=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값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유효한 주소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)</a:t>
            </a:r>
          </a:p>
          <a:p>
            <a:pPr rtl="0">
              <a:buNone/>
            </a:pPr>
            <a:endParaRPr lang="en-US" altLang="ko-KR" sz="1800" b="0" dirty="0">
              <a:effectLst/>
            </a:endParaRPr>
          </a:p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myIntValue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8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은 </a:t>
            </a:r>
            <a:r>
              <a:rPr lang="en-US" altLang="ko-KR" sz="18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myIntValue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의 주소를 저장</a:t>
            </a:r>
            <a:endParaRPr lang="en-US" altLang="ko-KR" sz="1800" b="0" i="1" u="none" strike="noStrike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 rtl="0">
              <a:buNone/>
            </a:pPr>
            <a:endParaRPr lang="en-US" altLang="ko-KR" sz="1800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pPr rtl="0">
              <a:buNone/>
            </a:pPr>
            <a:endParaRPr lang="en-US" altLang="ko-KR" sz="1800" b="0" i="1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 rtl="0">
              <a:buNone/>
            </a:pPr>
            <a:endParaRPr lang="en-US" altLang="ko-KR" sz="1800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포인터의 </a:t>
            </a:r>
            <a:r>
              <a:rPr lang="ko-KR" altLang="en-US" sz="1800" i="1" dirty="0" err="1">
                <a:solidFill>
                  <a:srgbClr val="A0A1A7"/>
                </a:solidFill>
                <a:latin typeface="Consolas" panose="020B0609020204030204" pitchFamily="49" charset="0"/>
              </a:rPr>
              <a:t>형변환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: (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자료형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*)(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유효한 주소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altLang="ko-KR" sz="1800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myIntValue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800" dirty="0">
                <a:solidFill>
                  <a:srgbClr val="383A42"/>
                </a:solidFill>
                <a:latin typeface="Consolas" panose="020B0609020204030204" pitchFamily="49" charset="0"/>
              </a:rPr>
              <a:t>          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// C: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경고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, C++: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오류</a:t>
            </a:r>
            <a:endParaRPr lang="en-US" altLang="ko-KR" sz="1800" b="0" dirty="0">
              <a:effectLst/>
            </a:endParaRPr>
          </a:p>
          <a:p>
            <a:pPr>
              <a:buNone/>
            </a:pP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myIntValue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주소를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로 강제 변환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9184623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5990</TotalTime>
  <Words>169</Words>
  <Application>Microsoft Office PowerPoint</Application>
  <PresentationFormat>화면 슬라이드 쇼(4:3)</PresentationFormat>
  <Paragraphs>35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HY견고딕</vt:lpstr>
      <vt:lpstr>가을체</vt:lpstr>
      <vt:lpstr>굴림</vt:lpstr>
      <vt:lpstr>Arial</vt:lpstr>
      <vt:lpstr>Consolas</vt:lpstr>
      <vt:lpstr>Wingdings</vt:lpstr>
      <vt:lpstr>기본 디자인</vt:lpstr>
      <vt:lpstr>09. 포인터 (Pointer)</vt:lpstr>
      <vt:lpstr>9.1 주소와 참조, 포인터</vt:lpstr>
      <vt:lpstr>9.1.1 포인터 선언과 의미</vt:lpstr>
      <vt:lpstr>9.1.1 포인터 선언과 의미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239</cp:revision>
  <dcterms:created xsi:type="dcterms:W3CDTF">2003-11-30T16:03:20Z</dcterms:created>
  <dcterms:modified xsi:type="dcterms:W3CDTF">2026-03-29T22:12:40Z</dcterms:modified>
</cp:coreProperties>
</file>