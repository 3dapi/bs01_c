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328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14"/>
    </p:embeddedFont>
    <p:embeddedFont>
      <p:font typeface="가을체" panose="02030600000101010101" pitchFamily="18" charset="-127"/>
      <p:regular r:id="rId1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C00FF"/>
    <a:srgbClr val="FF9900"/>
    <a:srgbClr val="CC00CC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18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12 </a:t>
            </a:r>
            <a:r>
              <a:rPr lang="ko-KR" altLang="en-US" dirty="0"/>
              <a:t>공용체</a:t>
            </a:r>
            <a:br>
              <a:rPr lang="en-US" altLang="ko-KR" dirty="0"/>
            </a:br>
            <a:r>
              <a:rPr lang="en-US" altLang="ko-KR" sz="2800" dirty="0"/>
              <a:t>(union)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37CF-5416-8B45-B12F-6FF1D667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44F57-A06E-E119-F508-F0ED1809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10.4.2.3 </a:t>
            </a:r>
            <a:r>
              <a:rPr lang="ko-KR" altLang="en-US" b="0" dirty="0"/>
              <a:t>구조체 비교</a:t>
            </a:r>
            <a:r>
              <a:rPr lang="en-US" altLang="ko-KR" b="0" dirty="0"/>
              <a:t>(</a:t>
            </a:r>
            <a:r>
              <a:rPr lang="en-US" altLang="ko-KR" b="0" dirty="0" err="1"/>
              <a:t>memcmp</a:t>
            </a:r>
            <a:r>
              <a:rPr lang="en-US" altLang="ko-KR" b="0" dirty="0"/>
              <a:t>)</a:t>
            </a:r>
            <a:r>
              <a:rPr lang="ko-KR" altLang="en-US" b="0" dirty="0"/>
              <a:t>와 패딩 문제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21CF3B-BB14-32F7-8954-4844A36BF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935AEE-18BE-E21A-6AC5-1E0CD70448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683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4102-01D6-8F2D-AE88-EFC2AC77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CC77A-6F16-34FF-6BB9-3060AEED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10.4.3 </a:t>
            </a:r>
            <a:r>
              <a:rPr lang="ko-KR" altLang="en-US" b="0" dirty="0"/>
              <a:t>구조체 리터럴</a:t>
            </a:r>
            <a:r>
              <a:rPr lang="en-US" altLang="ko-KR" b="0" dirty="0"/>
              <a:t>(C99)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F06C6B-4273-F8B6-ED66-F9E7DFD52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2A5D6F-C634-6845-F20B-FEDF213D2B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71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AB4A4-EF14-DADA-352B-DA5E4AE2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2262C-07B3-5FD6-1F14-E2B42644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10.4.4 </a:t>
            </a:r>
            <a:r>
              <a:rPr lang="ko-KR" altLang="en-US" b="0" dirty="0"/>
              <a:t>구조체 배열과 포인터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7FD35-AFA2-D5B8-F114-0CF2126BF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94AFB5-7611-C53B-3927-D28A1E8462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71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A577-18BE-F1F4-6634-9AD3B31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9D0F7-238B-153B-DE44-513EE583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10.4.4.1 </a:t>
            </a:r>
            <a:r>
              <a:rPr lang="ko-KR" altLang="en-US" b="0" dirty="0"/>
              <a:t>구조체 배열 순회 </a:t>
            </a:r>
            <a:r>
              <a:rPr lang="en-US" altLang="ko-KR" b="0" dirty="0"/>
              <a:t>– </a:t>
            </a:r>
            <a:r>
              <a:rPr lang="ko-KR" altLang="en-US" b="0" dirty="0"/>
              <a:t>배열 </a:t>
            </a:r>
            <a:r>
              <a:rPr lang="en-US" altLang="ko-KR" b="0" dirty="0"/>
              <a:t>vs </a:t>
            </a:r>
            <a:r>
              <a:rPr lang="ko-KR" altLang="en-US" b="0" dirty="0"/>
              <a:t>포인터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1EB2A2-C89F-73C1-021D-34C2DF912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6C68AF-F14C-064C-4E87-0C868C0269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237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40E0-F530-1EC2-B0A6-6E742D43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8744F-C61E-2EEB-0700-FAD293ED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10.4.4.2 </a:t>
            </a:r>
            <a:r>
              <a:rPr lang="ko-KR" altLang="en-US" b="0" dirty="0"/>
              <a:t>구조체 배열을 함수로 전달하기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ADE06D-7A97-CB7F-8B2A-6EEEABBF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48D668-B720-4F7D-CD35-9A1D668B5B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6924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0400-7BC4-79DD-CE14-49E0C256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6734E-7606-1F40-07EE-8A7D1025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 </a:t>
            </a:r>
            <a:r>
              <a:rPr lang="ko-KR" altLang="en-US" b="0" dirty="0"/>
              <a:t>구조체 실습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34E7FB-8787-0DFD-6148-4529150A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A6AAF5-D67D-1012-6CBA-A12CAF60CB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286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B346-F110-8FE1-0747-C75F3BEB5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2DA6F-E590-1219-EDCD-752F48BB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10.5.1 </a:t>
            </a:r>
            <a:r>
              <a:rPr lang="ko-KR" altLang="en-US" b="0" dirty="0"/>
              <a:t>배열에서 최대 점수 찾기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68B32-C5DA-1865-3666-17A020191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C4A050-B064-0578-3401-236D0FCA17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73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591B-41B1-FF12-3A69-6379B7EFC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D9E7B-4CAA-DB92-06EE-D77278EB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10.5.1.2 </a:t>
            </a:r>
            <a:r>
              <a:rPr lang="ko-KR" altLang="en-US" b="0" dirty="0"/>
              <a:t>포인터를 사용하는 방식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0D0EF2-B2A2-6D6E-C7DD-9A3D30E4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48C2BC-427E-E574-EEDF-A2A1C062CD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28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4392-6DC3-8CA0-E1C9-E6971BB2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CBEF2-95A1-C91A-FAA4-0544B8E2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10.5.2 </a:t>
            </a:r>
            <a:r>
              <a:rPr lang="ko-KR" altLang="en-US" b="0" dirty="0"/>
              <a:t>구조체 배열에서 이름으로 검색하기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F4D5F-5B9D-BBD9-4651-7BD9CB2B2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D3A635-16B9-D094-FE56-2AD8712E00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466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4EF3-2BC8-CBCF-A19E-0015EC4F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85B55-F0A2-4054-2A70-779CFE88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10.5.3 </a:t>
            </a:r>
            <a:r>
              <a:rPr lang="ko-KR" altLang="en-US" b="0" dirty="0"/>
              <a:t>구조체 배열의 정렬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93384-8F5D-A3DE-42AD-2C346F3D4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74288D-BAAF-18C7-AC86-1A2713FC55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824936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7389</TotalTime>
  <Words>101</Words>
  <Application>Microsoft Office PowerPoint</Application>
  <PresentationFormat>화면 슬라이드 쇼(4:3)</PresentationFormat>
  <Paragraphs>24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가을체</vt:lpstr>
      <vt:lpstr>Wingdings</vt:lpstr>
      <vt:lpstr>Arial</vt:lpstr>
      <vt:lpstr>굴림</vt:lpstr>
      <vt:lpstr>HY견고딕</vt:lpstr>
      <vt:lpstr>기본 디자인</vt:lpstr>
      <vt:lpstr>12 공용체 (union)</vt:lpstr>
      <vt:lpstr>10.4.2.3 구조체 비교(memcmp)와 패딩 문제</vt:lpstr>
      <vt:lpstr>10.4.3 구조체 리터럴(C99)</vt:lpstr>
      <vt:lpstr>10.4.4 구조체 배열과 포인터</vt:lpstr>
      <vt:lpstr>10.4.4.1 구조체 배열 순회 – 배열 vs 포인터</vt:lpstr>
      <vt:lpstr>10.4.4.2 구조체 배열을 함수로 전달하기</vt:lpstr>
      <vt:lpstr>10.5 구조체 실습</vt:lpstr>
      <vt:lpstr>10.5.1 배열에서 최대 점수 찾기</vt:lpstr>
      <vt:lpstr>10.5.1.2 포인터를 사용하는 방식</vt:lpstr>
      <vt:lpstr>10.5.2 구조체 배열에서 이름으로 검색하기</vt:lpstr>
      <vt:lpstr>10.5.3 구조체 배열의 정렬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260</cp:revision>
  <dcterms:created xsi:type="dcterms:W3CDTF">2003-11-30T16:03:20Z</dcterms:created>
  <dcterms:modified xsi:type="dcterms:W3CDTF">2026-04-10T13:50:28Z</dcterms:modified>
</cp:coreProperties>
</file>