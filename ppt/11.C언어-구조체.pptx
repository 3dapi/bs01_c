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3"/>
  </p:notesMasterIdLst>
  <p:sldIdLst>
    <p:sldId id="328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  <p:sldId id="299" r:id="rId17"/>
    <p:sldId id="300" r:id="rId18"/>
    <p:sldId id="301" r:id="rId19"/>
    <p:sldId id="302" r:id="rId20"/>
    <p:sldId id="303" r:id="rId21"/>
    <p:sldId id="304" r:id="rId22"/>
    <p:sldId id="305" r:id="rId23"/>
    <p:sldId id="306" r:id="rId24"/>
    <p:sldId id="307" r:id="rId25"/>
    <p:sldId id="308" r:id="rId26"/>
    <p:sldId id="309" r:id="rId27"/>
    <p:sldId id="310" r:id="rId28"/>
    <p:sldId id="311" r:id="rId29"/>
    <p:sldId id="312" r:id="rId30"/>
    <p:sldId id="313" r:id="rId31"/>
    <p:sldId id="314" r:id="rId32"/>
    <p:sldId id="315" r:id="rId33"/>
    <p:sldId id="316" r:id="rId34"/>
    <p:sldId id="317" r:id="rId35"/>
    <p:sldId id="318" r:id="rId36"/>
    <p:sldId id="319" r:id="rId37"/>
    <p:sldId id="320" r:id="rId38"/>
    <p:sldId id="321" r:id="rId39"/>
    <p:sldId id="322" r:id="rId40"/>
    <p:sldId id="323" r:id="rId41"/>
    <p:sldId id="324" r:id="rId42"/>
  </p:sldIdLst>
  <p:sldSz cx="9144000" cy="6858000" type="screen4x3"/>
  <p:notesSz cx="6858000" cy="9144000"/>
  <p:embeddedFontLst>
    <p:embeddedFont>
      <p:font typeface="HY견고딕" panose="02030600000101010101" pitchFamily="18" charset="-127"/>
      <p:regular r:id="rId44"/>
    </p:embeddedFont>
    <p:embeddedFont>
      <p:font typeface="가을체" panose="02030600000101010101" pitchFamily="18" charset="-127"/>
      <p:regular r:id="rId45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9FF"/>
    <a:srgbClr val="CC00FF"/>
    <a:srgbClr val="FF9900"/>
    <a:srgbClr val="CC00CC"/>
    <a:srgbClr val="FF0000"/>
    <a:srgbClr val="FF00FF"/>
    <a:srgbClr val="CCFFFF"/>
    <a:srgbClr val="FFFFCC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32" autoAdjust="0"/>
    <p:restoredTop sz="94582" autoAdjust="0"/>
  </p:normalViewPr>
  <p:slideViewPr>
    <p:cSldViewPr>
      <p:cViewPr varScale="1">
        <p:scale>
          <a:sx n="127" d="100"/>
          <a:sy n="127" d="100"/>
        </p:scale>
        <p:origin x="1806" y="114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4463E7D-6CF5-A69D-FEE1-A0E846BF25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defRPr b="1"/>
            </a:lvl1pPr>
            <a:lvl2pPr>
              <a:defRPr b="1"/>
            </a:lvl2pPr>
            <a:lvl3pPr>
              <a:defRPr b="1"/>
            </a:lvl3pPr>
            <a:lvl4pPr>
              <a:defRPr b="1"/>
            </a:lvl4pPr>
            <a:lvl5pPr>
              <a:defRPr b="1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F26C576-5565-6264-22AA-2BB03D87E8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9606878-4889-ED74-2806-393283543E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FB12915-6590-1611-DC73-A3C4D4D7D3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FDB16E4-710B-C0D0-5DC5-AC5574B119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35F4E02-3E57-4043-6B25-977E6BC237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9333F62-0F41-D606-9D32-6CC1E71602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4336CA5-053A-5CDF-4BA7-58AAC8BF72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8630D78-9295-14E8-BEEC-30BC0BD0D9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63C36C6-82E3-D375-4E9D-327B220583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8439CE0-BF57-123F-383B-42C6D20A21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FD249B-01D5-6E54-F5A8-24B84E12DE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7D912A-A8CC-BFF5-0C98-6573F9DD1B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8BED-C94A-AD80-6433-3377FEE7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0E0D7-1C34-C1FB-CCCC-F95432417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1122363"/>
            <a:ext cx="7560840" cy="2387600"/>
          </a:xfrm>
        </p:spPr>
        <p:txBody>
          <a:bodyPr/>
          <a:lstStyle/>
          <a:p>
            <a:r>
              <a:rPr lang="en-US" altLang="ko-KR"/>
              <a:t>11. </a:t>
            </a:r>
            <a:r>
              <a:rPr lang="ko-KR" altLang="en-US" dirty="0"/>
              <a:t>구조체</a:t>
            </a:r>
            <a:br>
              <a:rPr lang="en-US" altLang="ko-KR" dirty="0"/>
            </a:br>
            <a:r>
              <a:rPr lang="en-US" altLang="ko-KR" sz="2800" dirty="0"/>
              <a:t>(structure)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1FEA1F-7311-E697-BFC8-C48378530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621D30-1502-5C58-113B-56A2BA5020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6095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7BCBC-F76F-231B-1C56-F90FA74D3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5EF1A8-6E47-4294-4F38-F4D97B390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11 </a:t>
            </a:r>
            <a:r>
              <a:rPr lang="ko-KR" altLang="en-US" b="0" dirty="0"/>
              <a:t>구조체</a:t>
            </a:r>
            <a:r>
              <a:rPr lang="en-US" altLang="ko-KR" b="0" dirty="0"/>
              <a:t>(struct)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6964A3-DDB9-DA72-9028-1640CC525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139B919-69E4-9851-857E-EA79F2F8AF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032141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BFB00-58F7-EC11-6B9B-8229C005A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065B3D-D2FA-5D04-F1A0-D50C354BE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11.1 </a:t>
            </a:r>
            <a:r>
              <a:rPr lang="ko-KR" altLang="en-US" b="0" dirty="0"/>
              <a:t>구조체 정의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9DEA1D-5079-89A4-EDEC-E15171944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7EE8607-27FD-3721-3D05-3884EC505C5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01474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79A171-026C-423D-1A3D-706A3900A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DB4256-9FBD-5810-6863-BBFB75044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11.2 </a:t>
            </a:r>
            <a:r>
              <a:rPr lang="ko-KR" altLang="en-US" b="0" dirty="0"/>
              <a:t>구조체</a:t>
            </a:r>
            <a:r>
              <a:rPr lang="en-US" altLang="ko-KR" b="0" dirty="0"/>
              <a:t>(struct)</a:t>
            </a:r>
            <a:r>
              <a:rPr lang="ko-KR" altLang="en-US" b="0" dirty="0"/>
              <a:t>와 </a:t>
            </a:r>
            <a:r>
              <a:rPr lang="en-US" altLang="ko-KR" b="0" dirty="0"/>
              <a:t>typedef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9C83D9-C2F9-05E1-6E45-2E780B305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BA64847-5BFE-6443-54DD-D18B6588CA7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3156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D833D7-0203-8EF1-F7CB-87DD6F8F1F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E6DAA3-93C9-1C27-37A0-E20235F92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11.2.1 </a:t>
            </a:r>
            <a:r>
              <a:rPr lang="ko-KR" altLang="en-US" b="0" dirty="0"/>
              <a:t>기존 구조체에 </a:t>
            </a:r>
            <a:r>
              <a:rPr lang="en-US" altLang="ko-KR" b="0" dirty="0"/>
              <a:t>typedef</a:t>
            </a:r>
            <a:r>
              <a:rPr lang="ko-KR" altLang="en-US" b="0" dirty="0"/>
              <a:t>로 별칭 추가하기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878ADE-D3B9-B877-0E6E-E6EDE1E29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9B7CD0C-0674-E404-1FBD-D2D5DA2D9A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6858384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4941F-C49C-F2EF-CA36-903E05B0E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62B3B9-AD7F-20A9-6005-9DA8A1D211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11.2.2 </a:t>
            </a:r>
            <a:r>
              <a:rPr lang="ko-KR" altLang="en-US" b="0" dirty="0"/>
              <a:t>태그 없는 구조체 정의</a:t>
            </a:r>
            <a:r>
              <a:rPr lang="en-US" altLang="ko-KR" b="0" dirty="0"/>
              <a:t>,</a:t>
            </a:r>
            <a:r>
              <a:rPr lang="ko-KR" altLang="en-US" b="0" dirty="0"/>
              <a:t> </a:t>
            </a:r>
            <a:r>
              <a:rPr lang="en-US" altLang="ko-KR" b="0" dirty="0"/>
              <a:t>typedef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13BC3E-E98E-47D9-0A3D-A8BC28D6C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8BDA0BE-517C-0B58-EE1C-8079478864B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741390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0E9B9-91AC-310B-424E-46E22FFE6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236B93-D555-3F07-53EC-1AA2ED666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11.2.3 </a:t>
            </a:r>
            <a:r>
              <a:rPr lang="ko-KR" altLang="en-US" b="0" dirty="0"/>
              <a:t>구조체 태그</a:t>
            </a:r>
            <a:r>
              <a:rPr lang="en-US" altLang="ko-KR" b="0" dirty="0"/>
              <a:t>(tag)</a:t>
            </a:r>
            <a:r>
              <a:rPr lang="ko-KR" altLang="en-US" b="0" dirty="0"/>
              <a:t>와 </a:t>
            </a:r>
            <a:r>
              <a:rPr lang="en-US" altLang="ko-KR" b="0" dirty="0"/>
              <a:t>typedef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AB0A0-D093-E6A3-927E-3721D305F7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BD9CCDD-5055-AEA5-162C-65E63600078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8648680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116E9-7016-525B-C0A2-762A65FF9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A99F44-D2E6-0871-4D62-66145E20B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11.3 </a:t>
            </a:r>
            <a:r>
              <a:rPr lang="ko-KR" altLang="en-US" b="0" dirty="0"/>
              <a:t>구조체 변수 사용과 점</a:t>
            </a:r>
            <a:r>
              <a:rPr lang="en-US" altLang="ko-KR" b="0" dirty="0"/>
              <a:t>(dot) </a:t>
            </a:r>
            <a:r>
              <a:rPr lang="ko-KR" altLang="en-US" b="0" dirty="0"/>
              <a:t>연산자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37ACA2-BA6E-ECF6-1CA8-0485EF54A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A2B117-31B0-D848-4DC5-25F61C84599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364364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FBA74-E72C-CBB7-2504-A37545087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B9232B-F046-54CA-1403-270563525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11.4 </a:t>
            </a:r>
            <a:r>
              <a:rPr lang="ko-KR" altLang="en-US" b="0" dirty="0"/>
              <a:t>구조체와 함수 전달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9F2247-3388-F286-850D-D9FB856FD1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C4DC0B-659E-D9BF-2356-B170237F91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835136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8C0C3-2853-BA8A-534A-5BB8AAC7AB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A28F23-0823-0FFC-E04B-DC44A9C39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11.4.1 </a:t>
            </a:r>
            <a:r>
              <a:rPr lang="ko-KR" altLang="en-US" b="0" dirty="0"/>
              <a:t>값</a:t>
            </a:r>
            <a:r>
              <a:rPr lang="en-US" altLang="ko-KR" b="0" dirty="0"/>
              <a:t>(Value)</a:t>
            </a:r>
            <a:r>
              <a:rPr lang="ko-KR" altLang="en-US" b="0" dirty="0"/>
              <a:t> 전달 </a:t>
            </a:r>
            <a:r>
              <a:rPr lang="en-US" altLang="ko-KR" b="0" dirty="0"/>
              <a:t>- </a:t>
            </a:r>
            <a:r>
              <a:rPr lang="ko-KR" altLang="en-US" b="0" dirty="0"/>
              <a:t>구조체 전체 복사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2AD218-1182-6782-EBA5-85C7E04F3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BD1C395-0ECA-36B8-E9CE-F3F6CCB7BAB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473090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95E3C-D261-C53F-994B-A9FC5C82F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47F712-6EF4-F56D-F2D5-0C997DB91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11.4.2 </a:t>
            </a:r>
            <a:r>
              <a:rPr lang="ko-KR" altLang="en-US" b="0" dirty="0"/>
              <a:t>주소</a:t>
            </a:r>
            <a:r>
              <a:rPr lang="en-US" altLang="ko-KR" b="0" dirty="0"/>
              <a:t>(Pointer)</a:t>
            </a:r>
            <a:r>
              <a:rPr lang="ko-KR" altLang="en-US" b="0" dirty="0"/>
              <a:t>로 전달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0EF08B-255E-9025-9361-E1AA69E86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A55638-ED1D-7352-15B4-A7E131EFD5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7375643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529FC-BEC1-8FCE-294D-8872B08491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28B549-B137-61F5-513B-FC9ABBD96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11.4.3 </a:t>
            </a:r>
            <a:r>
              <a:rPr lang="ko-KR" altLang="en-US" b="0" dirty="0"/>
              <a:t>간접 연산자와 연산자 우선 순위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BC5014-41FA-7A54-FBF3-35F00B3926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D63EE79-87AD-BDA8-2AE6-DFFA32577F4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15917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5A840-195F-8A45-2A0B-3C25BEFBD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EB5EC1-47A3-1A0B-1D26-CA3216034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11.4.4 const </a:t>
            </a:r>
            <a:r>
              <a:rPr lang="ko-KR" altLang="en-US" b="0" dirty="0"/>
              <a:t>구조체 포인터 </a:t>
            </a:r>
            <a:r>
              <a:rPr lang="en-US" altLang="ko-KR" b="0" dirty="0"/>
              <a:t>- </a:t>
            </a:r>
            <a:r>
              <a:rPr lang="ko-KR" altLang="en-US" b="0" dirty="0"/>
              <a:t>읽기 전용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F10368-85A5-F13B-9086-6F0932CA4E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D6C71F7-D1A5-02F0-4A8A-37A65E7A608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5069843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4638A-3151-0F3D-0650-1892E7A37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9012C2-FDB2-7700-376F-C7DA2809C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10.3 </a:t>
            </a:r>
            <a:r>
              <a:rPr lang="ko-KR" altLang="en-US" b="0" dirty="0"/>
              <a:t>구조체 배열과 중첩 구조체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8A0252-AA59-383D-7FB4-932372E52C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C6CF584-256A-2C22-0BF9-29075708093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781359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90B38-6E32-0388-67EC-8BC9FED0B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6A2165-336A-8FC8-E8E4-48575F56C6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10.3.1 </a:t>
            </a:r>
            <a:r>
              <a:rPr lang="ko-KR" altLang="en-US" b="0" dirty="0"/>
              <a:t>구조체 배열 선언 및 초기화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4B35CC-7A38-C63A-9754-A64A8E9F3E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07FBCA9-9569-6452-E1CA-00B03508C3E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888093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525A60-B40B-C911-9F30-D0BA38416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7ADB8D-1DFF-4C56-DB9C-1EC0109EB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10.3.2 </a:t>
            </a:r>
            <a:r>
              <a:rPr lang="ko-KR" altLang="en-US" b="0" dirty="0"/>
              <a:t>구조체 안에 다른 구조체 </a:t>
            </a:r>
            <a:r>
              <a:rPr lang="en-US" altLang="ko-KR" b="0" dirty="0"/>
              <a:t>(</a:t>
            </a:r>
            <a:r>
              <a:rPr lang="ko-KR" altLang="en-US" b="0" dirty="0"/>
              <a:t>중첩 구조체</a:t>
            </a:r>
            <a:r>
              <a:rPr lang="en-US" altLang="ko-KR" b="0" dirty="0"/>
              <a:t>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081A1A-43C7-1149-192B-0BFDCB4AF8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DCE3423-6620-8592-0E07-3868A726D1A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83993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DF752-1B07-30F1-1EF2-CA3BB019A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30095A-A848-4ACB-A50F-471BA28E77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10.3.2.1 </a:t>
            </a:r>
            <a:r>
              <a:rPr lang="ko-KR" altLang="en-US" b="0" dirty="0"/>
              <a:t>좌표 구조체</a:t>
            </a:r>
            <a:r>
              <a:rPr lang="en-US" altLang="ko-KR" b="0" dirty="0"/>
              <a:t> + Character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BB2EA1A-4EF7-A29A-45AC-7F6135A476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E886747-5F04-3270-7FD4-650459A5D13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5570077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DFD69-8D47-13E6-6363-04AD3507CF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033F74-0978-D7AE-3558-5384D8C1B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10.4 </a:t>
            </a:r>
            <a:r>
              <a:rPr lang="ko-KR" altLang="en-US" b="0" dirty="0"/>
              <a:t>구조체 심화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48C4FA-1CEA-3C79-1EA6-7FACD2772D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77A3B19-0296-0F69-E384-1ACC837266C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4371884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F7BF8-4D77-8981-AEFE-88F833E6A7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E6F76F-D7AD-F715-1D62-AAE63A404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10.4.1 </a:t>
            </a:r>
            <a:r>
              <a:rPr lang="ko-KR" altLang="en-US" b="0" dirty="0"/>
              <a:t>구조체의 메모리 배치</a:t>
            </a:r>
            <a:r>
              <a:rPr lang="en-US" altLang="ko-KR" b="0" dirty="0"/>
              <a:t>: </a:t>
            </a:r>
            <a:r>
              <a:rPr lang="ko-KR" altLang="en-US" b="0" dirty="0"/>
              <a:t>패딩과 정렬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38A8EF-8343-A672-FEE0-21A154CE6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B370760-B95F-2E9A-6CD9-317446A18D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9603460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1294A-2C43-1A19-364C-4E8C2675C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A6B259-3896-0365-4972-D1003FCD1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10.4.2 </a:t>
            </a:r>
            <a:r>
              <a:rPr lang="ko-KR" altLang="en-US" b="0" dirty="0"/>
              <a:t>구조체 패킹</a:t>
            </a:r>
            <a:r>
              <a:rPr lang="en-US" altLang="ko-KR" b="0" dirty="0"/>
              <a:t>(Packing)</a:t>
            </a:r>
            <a:r>
              <a:rPr lang="ko-KR" altLang="en-US" b="0" dirty="0"/>
              <a:t>과 </a:t>
            </a:r>
            <a:r>
              <a:rPr lang="en-US" altLang="ko-KR" b="0" dirty="0"/>
              <a:t>#pragma pack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42D2749-AD3C-B2F2-F519-49E6DEFAEC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5B764D4-AA60-BA62-1895-FA3823EFCA4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4048539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AB25A-5C34-3BEC-D592-0E5B4BB92A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B35748-ED2D-572E-C94F-502D9C69D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10.4.2.2 </a:t>
            </a:r>
            <a:r>
              <a:rPr lang="ko-KR" altLang="en-US" b="0" dirty="0"/>
              <a:t>구조체 멤버 재배치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1A84747-74D7-D63E-E381-DC45EF6AE7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C9D2E9E-EE90-B96D-EE41-A3EFB0C7798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283458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371EF-6357-D3A7-3045-F3AE56EAF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E5136F-C992-B53C-8B8E-BD72CE165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10.1 </a:t>
            </a:r>
            <a:r>
              <a:rPr lang="ko-KR" altLang="en-US" b="0" dirty="0"/>
              <a:t>열거형</a:t>
            </a:r>
            <a:r>
              <a:rPr lang="en-US" altLang="ko-KR" b="0" dirty="0"/>
              <a:t>(enum)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2A6277-FD1A-2BF8-84D9-4B2903943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43DE1E9-1F0C-19F2-5CBB-1EF041F96F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8719022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037CF-5416-8B45-B12F-6FF1D667A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A44F57-A06E-E119-F508-F0ED18099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10.4.2.3 </a:t>
            </a:r>
            <a:r>
              <a:rPr lang="ko-KR" altLang="en-US" b="0" dirty="0"/>
              <a:t>구조체 비교</a:t>
            </a:r>
            <a:r>
              <a:rPr lang="en-US" altLang="ko-KR" b="0" dirty="0"/>
              <a:t>(</a:t>
            </a:r>
            <a:r>
              <a:rPr lang="en-US" altLang="ko-KR" b="0" dirty="0" err="1"/>
              <a:t>memcmp</a:t>
            </a:r>
            <a:r>
              <a:rPr lang="en-US" altLang="ko-KR" b="0" dirty="0"/>
              <a:t>)</a:t>
            </a:r>
            <a:r>
              <a:rPr lang="ko-KR" altLang="en-US" b="0" dirty="0"/>
              <a:t>와 패딩 문제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A21CF3B-BB14-32F7-8954-4844A36BFA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6935AEE-18BE-E21A-6AC5-1E0CD70448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768339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54102-01D6-8F2D-AE88-EFC2AC779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ECC77A-6F16-34FF-6BB9-3060AEED96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10.4.3 </a:t>
            </a:r>
            <a:r>
              <a:rPr lang="ko-KR" altLang="en-US" b="0" dirty="0"/>
              <a:t>구조체 리터럴</a:t>
            </a:r>
            <a:r>
              <a:rPr lang="en-US" altLang="ko-KR" b="0" dirty="0"/>
              <a:t>(C99)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1F06C6B-4273-F8B6-ED66-F9E7DFD52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32A5D6F-C634-6845-F20B-FEDF213D2B3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77171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7AB4A4-EF14-DADA-352B-DA5E4AE2A4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02262C-07B3-5FD6-1F14-E2B42644D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10.4.4 </a:t>
            </a:r>
            <a:r>
              <a:rPr lang="ko-KR" altLang="en-US" b="0" dirty="0"/>
              <a:t>구조체 배열과 포인터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F7FD35-AFA2-D5B8-F114-0CF2126BF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094AFB5-7611-C53B-3927-D28A1E84627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147166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0A577-18BE-F1F4-6634-9AD3B315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39D0F7-238B-153B-DE44-513EE5839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10.4.4.1 </a:t>
            </a:r>
            <a:r>
              <a:rPr lang="ko-KR" altLang="en-US" b="0" dirty="0"/>
              <a:t>구조체 배열 순회 </a:t>
            </a:r>
            <a:r>
              <a:rPr lang="en-US" altLang="ko-KR" b="0" dirty="0"/>
              <a:t>– </a:t>
            </a:r>
            <a:r>
              <a:rPr lang="ko-KR" altLang="en-US" b="0" dirty="0"/>
              <a:t>배열 </a:t>
            </a:r>
            <a:r>
              <a:rPr lang="en-US" altLang="ko-KR" b="0" dirty="0"/>
              <a:t>vs </a:t>
            </a:r>
            <a:r>
              <a:rPr lang="ko-KR" altLang="en-US" b="0" dirty="0"/>
              <a:t>포인터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D1EB2A2-C89F-73C1-021D-34C2DF912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C6C68AF-F14C-064C-4E87-0C868C0269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223753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F40E0-F530-1EC2-B0A6-6E742D4388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58744F-C61E-2EEB-0700-FAD293ED1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10.4.4.2 </a:t>
            </a:r>
            <a:r>
              <a:rPr lang="ko-KR" altLang="en-US" b="0" dirty="0"/>
              <a:t>구조체 배열을 함수로 전달하기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ADE06D-7A97-CB7F-8B2A-6EEEABBF17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448D668-B720-4F7D-CD35-9A1D668B5B9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669247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50400-7BC4-79DD-CE14-49E0C256B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D6734E-7606-1F40-07EE-8A7D10253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10.5 </a:t>
            </a:r>
            <a:r>
              <a:rPr lang="ko-KR" altLang="en-US" b="0" dirty="0"/>
              <a:t>구조체 실습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34E7FB-8787-0DFD-6148-4529150AD7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DA6AAF5-D67D-1012-6CBA-A12CAF60CB9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5286867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B5B346-F110-8FE1-0747-C75F3BEB56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2DA6F-E590-1219-EDCD-752F48BB9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10.5.1 </a:t>
            </a:r>
            <a:r>
              <a:rPr lang="ko-KR" altLang="en-US" b="0" dirty="0"/>
              <a:t>배열에서 최대 점수 찾기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A68B32-C5DA-1865-3666-17A020191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9C4A050-B064-0578-3401-236D0FCA179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607342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9591B-41B1-FF12-3A69-6379B7EFC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3D9E7B-4CAA-DB92-06EE-D77278EBA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10.5.1.2 </a:t>
            </a:r>
            <a:r>
              <a:rPr lang="ko-KR" altLang="en-US" b="0" dirty="0"/>
              <a:t>포인터를 사용하는 방식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0D0EF2-B2A2-6D6E-C7DD-9A3D30E4F7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248C2BC-427E-E574-EEDF-A2A1C062CDE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002867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14392-6DC3-8CA0-E1C9-E6971BB2E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2CBEF2-95A1-C91A-FAA4-0544B8E25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10.5.2 </a:t>
            </a:r>
            <a:r>
              <a:rPr lang="ko-KR" altLang="en-US" b="0" dirty="0"/>
              <a:t>구조체 배열에서 이름으로 검색하기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5F4D5F-5B9D-BBD9-4651-7BD9CB2B2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AD3A635-16B9-D094-FE56-2AD8712E00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46651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24EF3-2BC8-CBCF-A19E-0015EC4F1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8685B55-F0A2-4054-2A70-779CFE88D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10.5.3 </a:t>
            </a:r>
            <a:r>
              <a:rPr lang="ko-KR" altLang="en-US" b="0" dirty="0"/>
              <a:t>구조체 배열의 정렬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993384-8F5D-A3DE-42AD-2C346F3D4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B74288D-BAAF-18C7-AC86-1A2713FC55B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982493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241593-2B81-BB23-2DBA-B5271ADEC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05055B-344D-CC71-6DE6-F7E77F05A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10.5 </a:t>
            </a:r>
            <a:r>
              <a:rPr lang="ko-KR" altLang="en-US" b="0" dirty="0"/>
              <a:t>공용체</a:t>
            </a:r>
            <a:r>
              <a:rPr lang="en-US" altLang="ko-KR" b="0" dirty="0"/>
              <a:t>(union)</a:t>
            </a:r>
            <a:endParaRPr lang="en-US" altLang="ko-KR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D4766D7-CE7D-3189-08A3-E367489BE3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FA354A1-D8D5-4ECB-960A-26EE3068DCF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5436367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BA27C-5B97-AFC6-E56E-7084AB7B6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DDF2DF-CD0A-194D-D7A0-279A4AD16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10.5.2 typedef </a:t>
            </a:r>
            <a:r>
              <a:rPr lang="ko-KR" altLang="en-US" b="0" dirty="0"/>
              <a:t>를 사용한 공용체 선언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946EA7-211B-B92A-0D00-6049A020E5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E324D0D-065C-7A80-F992-0A677E9539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654209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91E4A-BCB4-894D-7885-F2A645AAEC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36EE6F-0A42-C8D0-AD38-16DEFEEE9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10.5.3 </a:t>
            </a:r>
            <a:r>
              <a:rPr lang="ko-KR" altLang="en-US" b="0" dirty="0"/>
              <a:t>공용체 초기화 규칙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7720CE-A4F7-7C9D-C0E5-92B364D4F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654C544-8D0D-8F63-770C-DDA54DFF80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625802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A8F27-773C-2570-2E0B-1E93B8901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225355-CE6D-7BD1-C519-3C4DF305C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10.5.4 </a:t>
            </a:r>
            <a:r>
              <a:rPr lang="ko-KR" altLang="en-US" b="0" dirty="0"/>
              <a:t>공용체의 활용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C39C89-AC0E-E528-9553-AD58CC77A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C836DDA-675D-E793-8FAE-8B33DB9DCC2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133298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26FEF7-4CAB-A4B1-81D2-6A08867C3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4209740-1297-204D-BB92-DBCA379164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10.5.4.2 </a:t>
            </a:r>
            <a:r>
              <a:rPr lang="ko-KR" altLang="en-US" b="0" dirty="0"/>
              <a:t>단일 인터페이스 구성하기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F19FE6-CE94-01AD-8154-69CFD4E1EC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8354DBF-7A75-33DB-9EF1-EA983A6E41D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251519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D5A090-15D2-7375-0080-8D50D5A6B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645F63-F81B-E381-B7E6-F44DAC30D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10.5.4.3 </a:t>
            </a:r>
            <a:r>
              <a:rPr lang="ko-KR" altLang="en-US" b="0" dirty="0"/>
              <a:t>구조체 또는 배열과 함께 사용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312108-7A89-8E46-252A-1A98B71A9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3C7EE9C-1A57-2474-83E9-8D0E1EF126B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79431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48A08-9B06-18C0-4AA0-6E311CB48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6F68A8-25A0-A668-D2BE-1BC4121E7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0" dirty="0"/>
              <a:t>10.5.4.4 </a:t>
            </a:r>
            <a:r>
              <a:rPr lang="ko-KR" altLang="en-US" b="0" dirty="0"/>
              <a:t>비트 필드와 공용체 함께 사용하기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799C3B-11ED-C4AA-B6C4-0BC3E8DF5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BFCED1-641B-461D-E07B-27F04D777A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02207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9320F-EF7C-3E9C-EE1D-D87A7A445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4BF887-2435-27E2-2D81-66FC8B6DF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학습 정리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16358C-4C70-28DF-2E30-C2A76DBBCE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03FB527-505D-8E7E-660E-E309AF836D0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302789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A82AC-6BBA-C249-64AA-7804892E8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97DB5D-E5D3-2E0C-D0F4-343631388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0" dirty="0"/>
              <a:t>실습 과제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DEEA03F-4DFA-A01F-5C1E-2727849E1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18C136D-7BE5-75B8-F200-8199BBC2607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34670807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가을체"/>
        <a:ea typeface="가을체"/>
        <a:cs typeface=""/>
      </a:majorFont>
      <a:minorFont>
        <a:latin typeface="가을체"/>
        <a:ea typeface="가을체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6831</TotalTime>
  <Words>364</Words>
  <Application>Microsoft Office PowerPoint</Application>
  <PresentationFormat>화면 슬라이드 쇼(4:3)</PresentationFormat>
  <Paragraphs>84</Paragraphs>
  <Slides>41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41</vt:i4>
      </vt:variant>
    </vt:vector>
  </HeadingPairs>
  <TitlesOfParts>
    <vt:vector size="47" baseType="lpstr">
      <vt:lpstr>가을체</vt:lpstr>
      <vt:lpstr>Wingdings</vt:lpstr>
      <vt:lpstr>Arial</vt:lpstr>
      <vt:lpstr>굴림</vt:lpstr>
      <vt:lpstr>HY견고딕</vt:lpstr>
      <vt:lpstr>기본 디자인</vt:lpstr>
      <vt:lpstr>11. 구조체 (structure)</vt:lpstr>
      <vt:lpstr>11 구조체(struct)</vt:lpstr>
      <vt:lpstr>11.1 구조체 정의</vt:lpstr>
      <vt:lpstr>11.2 구조체(struct)와 typedef</vt:lpstr>
      <vt:lpstr>11.2.1 기존 구조체에 typedef로 별칭 추가하기</vt:lpstr>
      <vt:lpstr>11.2.2 태그 없는 구조체 정의, typedef</vt:lpstr>
      <vt:lpstr>11.2.3 구조체 태그(tag)와 typedef</vt:lpstr>
      <vt:lpstr>11.3 구조체 변수 사용과 점(dot) 연산자</vt:lpstr>
      <vt:lpstr>11.4 구조체와 함수 전달</vt:lpstr>
      <vt:lpstr>11.4.1 값(Value) 전달 - 구조체 전체 복사</vt:lpstr>
      <vt:lpstr>11.4.2 주소(Pointer)로 전달</vt:lpstr>
      <vt:lpstr>11.4.3 간접 연산자와 연산자 우선 순위</vt:lpstr>
      <vt:lpstr>11.4.4 const 구조체 포인터 - 읽기 전용</vt:lpstr>
      <vt:lpstr>10.3 구조체 배열과 중첩 구조체</vt:lpstr>
      <vt:lpstr>10.3.1 구조체 배열 선언 및 초기화</vt:lpstr>
      <vt:lpstr>10.3.2 구조체 안에 다른 구조체 (중첩 구조체)</vt:lpstr>
      <vt:lpstr>10.3.2.1 좌표 구조체 + Character</vt:lpstr>
      <vt:lpstr>10.4 구조체 심화</vt:lpstr>
      <vt:lpstr>10.4.1 구조체의 메모리 배치: 패딩과 정렬</vt:lpstr>
      <vt:lpstr>10.4.2 구조체 패킹(Packing)과 #pragma pack</vt:lpstr>
      <vt:lpstr>10.4.2.2 구조체 멤버 재배치</vt:lpstr>
      <vt:lpstr>10.1 열거형(enum)</vt:lpstr>
      <vt:lpstr>10.4.2.3 구조체 비교(memcmp)와 패딩 문제</vt:lpstr>
      <vt:lpstr>10.4.3 구조체 리터럴(C99)</vt:lpstr>
      <vt:lpstr>10.4.4 구조체 배열과 포인터</vt:lpstr>
      <vt:lpstr>10.4.4.1 구조체 배열 순회 – 배열 vs 포인터</vt:lpstr>
      <vt:lpstr>10.4.4.2 구조체 배열을 함수로 전달하기</vt:lpstr>
      <vt:lpstr>10.5 구조체 실습</vt:lpstr>
      <vt:lpstr>10.5.1 배열에서 최대 점수 찾기</vt:lpstr>
      <vt:lpstr>10.5.1.2 포인터를 사용하는 방식</vt:lpstr>
      <vt:lpstr>10.5.2 구조체 배열에서 이름으로 검색하기</vt:lpstr>
      <vt:lpstr>10.5.3 구조체 배열의 정렬</vt:lpstr>
      <vt:lpstr>10.5 공용체(union)</vt:lpstr>
      <vt:lpstr>10.5.2 typedef 를 사용한 공용체 선언</vt:lpstr>
      <vt:lpstr>10.5.3 공용체 초기화 규칙</vt:lpstr>
      <vt:lpstr>10.5.4 공용체의 활용</vt:lpstr>
      <vt:lpstr>10.5.4.2 단일 인터페이스 구성하기</vt:lpstr>
      <vt:lpstr>10.5.4.3 구조체 또는 배열과 함께 사용</vt:lpstr>
      <vt:lpstr>10.5.4.4 비트 필드와 공용체 함께 사용하기</vt:lpstr>
      <vt:lpstr>학습 정리</vt:lpstr>
      <vt:lpstr>실습 과제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258</cp:revision>
  <dcterms:created xsi:type="dcterms:W3CDTF">2003-11-30T16:03:20Z</dcterms:created>
  <dcterms:modified xsi:type="dcterms:W3CDTF">2026-04-10T13:49:58Z</dcterms:modified>
</cp:coreProperties>
</file>