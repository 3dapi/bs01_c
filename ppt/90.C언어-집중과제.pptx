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72" r:id="rId2"/>
    <p:sldId id="279" r:id="rId3"/>
    <p:sldId id="278" r:id="rId4"/>
    <p:sldId id="273" r:id="rId5"/>
    <p:sldId id="277" r:id="rId6"/>
    <p:sldId id="280" r:id="rId7"/>
    <p:sldId id="274" r:id="rId8"/>
    <p:sldId id="275" r:id="rId9"/>
    <p:sldId id="276" r:id="rId10"/>
  </p:sldIdLst>
  <p:sldSz cx="9144000" cy="6858000" type="screen4x3"/>
  <p:notesSz cx="6858000" cy="9144000"/>
  <p:embeddedFontLst>
    <p:embeddedFont>
      <p:font typeface="나눔바른고딕" panose="020B0603020101020101" pitchFamily="50" charset="-127"/>
      <p:regular r:id="rId12"/>
      <p:bold r:id="rId13"/>
    </p:embeddedFont>
    <p:embeddedFont>
      <p:font typeface="HY견고딕" panose="02030600000101010101" pitchFamily="18" charset="-127"/>
      <p:regular r:id="rId14"/>
    </p:embeddedFont>
    <p:embeddedFont>
      <p:font typeface="가을체" panose="02030600000101010101" pitchFamily="18" charset="-127"/>
      <p:regular r:id="rId1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F00FF"/>
    <a:srgbClr val="CCFFFF"/>
    <a:srgbClr val="FFFFCC"/>
    <a:srgbClr val="CCFFCC"/>
    <a:srgbClr val="0000FF"/>
    <a:srgbClr val="CC00CC"/>
    <a:srgbClr val="CC0000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00" d="100"/>
          <a:sy n="100" d="100"/>
        </p:scale>
        <p:origin x="2568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/>
            </a:lvl1pPr>
            <a:lvl2pPr>
              <a:buSzPct val="60000"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90. </a:t>
            </a:r>
            <a:r>
              <a:rPr lang="ko-KR" altLang="en-US"/>
              <a:t>집중 </a:t>
            </a:r>
            <a:r>
              <a:rPr lang="ko-KR" altLang="en-US" dirty="0"/>
              <a:t>과제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EB3BC-21E8-FF4B-E1B9-2FB6A731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3D351-4075-F9BB-C0CC-1C49FE47EE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3600" dirty="0"/>
              <a:t>1</a:t>
            </a:r>
            <a:r>
              <a:rPr lang="ko-KR" altLang="en-US" sz="3600" dirty="0"/>
              <a:t>차 집중 과제</a:t>
            </a: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892195-2D1F-65E4-01DC-1E48C8D8F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Up/Down</a:t>
            </a:r>
          </a:p>
          <a:p>
            <a:r>
              <a:rPr lang="ko-KR" altLang="en-US" dirty="0"/>
              <a:t>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3EC905-758E-92BF-7950-76F6D80B6D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0860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6AAB-D67C-EAE3-3DCE-B19C6891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97A95-6F62-7F9B-AD4A-9F36A7A5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집중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5ABD74-1C5B-732F-58A8-AA55FED86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공통 조건</a:t>
            </a:r>
          </a:p>
          <a:p>
            <a:pPr lvl="1"/>
            <a:r>
              <a:rPr lang="ko-KR" altLang="en-US" sz="1800" dirty="0"/>
              <a:t>컴파일 오류 없이 실행</a:t>
            </a:r>
          </a:p>
          <a:p>
            <a:pPr lvl="1"/>
            <a:r>
              <a:rPr lang="ko-KR" altLang="en-US" sz="1800" dirty="0"/>
              <a:t>안내 메시지 포함</a:t>
            </a:r>
          </a:p>
          <a:p>
            <a:pPr lvl="1"/>
            <a:r>
              <a:rPr lang="ko-KR" altLang="en-US" sz="1800" dirty="0"/>
              <a:t>비속어 금지</a:t>
            </a:r>
          </a:p>
          <a:p>
            <a:pPr lvl="1"/>
            <a:r>
              <a:rPr lang="en-US" altLang="ko-KR" sz="1800" dirty="0"/>
              <a:t>main </a:t>
            </a:r>
            <a:r>
              <a:rPr lang="ko-KR" altLang="en-US" sz="1800" dirty="0"/>
              <a:t>밖에서 구현 로직 작성</a:t>
            </a:r>
            <a:r>
              <a:rPr lang="en-US" altLang="ko-KR" sz="1800" dirty="0"/>
              <a:t>, </a:t>
            </a:r>
            <a:r>
              <a:rPr lang="ko-KR" altLang="en-US" sz="1800" dirty="0"/>
              <a:t>함수 선언 </a:t>
            </a:r>
            <a:r>
              <a:rPr lang="en-US" altLang="ko-KR" sz="1800" dirty="0"/>
              <a:t>/ </a:t>
            </a:r>
            <a:r>
              <a:rPr lang="ko-KR" altLang="en-US" sz="1800" dirty="0"/>
              <a:t>구현 분리</a:t>
            </a:r>
            <a:endParaRPr lang="en-US" altLang="ko-KR" sz="1800" dirty="0"/>
          </a:p>
          <a:p>
            <a:pPr lvl="2"/>
            <a:endParaRPr lang="ko-KR" altLang="en-US" sz="1000" dirty="0"/>
          </a:p>
          <a:p>
            <a:r>
              <a:rPr lang="ko-KR" altLang="en-US" sz="2000" dirty="0"/>
              <a:t>명명 규칙</a:t>
            </a:r>
          </a:p>
          <a:p>
            <a:pPr lvl="1"/>
            <a:r>
              <a:rPr lang="ko-KR" altLang="en-US" sz="1800" dirty="0"/>
              <a:t>함수</a:t>
            </a:r>
            <a:r>
              <a:rPr lang="en-US" altLang="ko-KR" sz="1800" dirty="0"/>
              <a:t>: </a:t>
            </a:r>
            <a:r>
              <a:rPr lang="ko-KR" altLang="en-US" sz="1800" dirty="0"/>
              <a:t>파스칼 표기법</a:t>
            </a:r>
          </a:p>
          <a:p>
            <a:pPr lvl="1"/>
            <a:r>
              <a:rPr lang="ko-KR" altLang="en-US" sz="1800" dirty="0"/>
              <a:t>변수</a:t>
            </a:r>
            <a:r>
              <a:rPr lang="en-US" altLang="ko-KR" sz="1800" dirty="0"/>
              <a:t>: </a:t>
            </a:r>
            <a:r>
              <a:rPr lang="ko-KR" altLang="en-US" sz="1800" dirty="0"/>
              <a:t>카멜 표기법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ko-KR" altLang="en-US" sz="1800" dirty="0"/>
              <a:t>제어문</a:t>
            </a:r>
          </a:p>
          <a:p>
            <a:pPr lvl="1"/>
            <a:r>
              <a:rPr lang="en-US" altLang="ko-KR" sz="1600" dirty="0"/>
              <a:t>if–else </a:t>
            </a:r>
            <a:r>
              <a:rPr lang="ko-KR" altLang="en-US" sz="1600" dirty="0"/>
              <a:t>사용 권장</a:t>
            </a:r>
          </a:p>
          <a:p>
            <a:pPr lvl="1"/>
            <a:r>
              <a:rPr lang="en-US" altLang="ko-KR" sz="1600" dirty="0"/>
              <a:t>switch </a:t>
            </a:r>
            <a:r>
              <a:rPr lang="ko-KR" altLang="en-US" sz="1600" dirty="0"/>
              <a:t>사용 선택</a:t>
            </a:r>
            <a:endParaRPr lang="en-US" altLang="ko-KR" sz="1600" dirty="0"/>
          </a:p>
          <a:p>
            <a:pPr lvl="2"/>
            <a:endParaRPr lang="ko-KR" altLang="en-US" sz="1200" dirty="0"/>
          </a:p>
          <a:p>
            <a:r>
              <a:rPr lang="ko-KR" altLang="en-US" sz="1800" dirty="0"/>
              <a:t>필수 설정</a:t>
            </a:r>
          </a:p>
          <a:p>
            <a:pPr lvl="1"/>
            <a:r>
              <a:rPr lang="ko-KR" altLang="en-US" sz="1800" dirty="0"/>
              <a:t>헤더파일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CC00FF"/>
                </a:solidFill>
              </a:rPr>
              <a:t>stdio.h</a:t>
            </a:r>
            <a:r>
              <a:rPr lang="en-US" altLang="ko-KR" sz="1800" dirty="0"/>
              <a:t> / </a:t>
            </a:r>
            <a:r>
              <a:rPr lang="en-US" altLang="ko-KR" sz="1800" dirty="0" err="1">
                <a:solidFill>
                  <a:srgbClr val="CC00FF"/>
                </a:solidFill>
              </a:rPr>
              <a:t>stdlib.h</a:t>
            </a:r>
            <a:r>
              <a:rPr lang="en-US" altLang="ko-KR" sz="1800" dirty="0"/>
              <a:t> / </a:t>
            </a:r>
            <a:r>
              <a:rPr lang="en-US" altLang="ko-KR" sz="1800" dirty="0">
                <a:solidFill>
                  <a:srgbClr val="CC00FF"/>
                </a:solidFill>
              </a:rPr>
              <a:t>time.h</a:t>
            </a:r>
          </a:p>
          <a:p>
            <a:pPr lvl="1"/>
            <a:r>
              <a:rPr lang="en-US" altLang="ko-KR" sz="1800" dirty="0"/>
              <a:t>scanf </a:t>
            </a:r>
            <a:r>
              <a:rPr lang="ko-KR" altLang="en-US" sz="1800" dirty="0"/>
              <a:t>사용 시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CC00FF"/>
                </a:solidFill>
              </a:rPr>
              <a:t>_CRT_SECURE_NO_WARNINGS</a:t>
            </a:r>
          </a:p>
          <a:p>
            <a:pPr lvl="1"/>
            <a:r>
              <a:rPr lang="ko-KR" altLang="en-US" sz="1800" dirty="0"/>
              <a:t>난수 </a:t>
            </a:r>
            <a:r>
              <a:rPr lang="en-US" altLang="ko-KR" sz="1800" dirty="0"/>
              <a:t>seed: </a:t>
            </a:r>
            <a:r>
              <a:rPr lang="ko-KR" altLang="en-US" sz="1800" dirty="0"/>
              <a:t>프로그램 시작 시 </a:t>
            </a:r>
            <a:r>
              <a:rPr lang="en-US" altLang="ko-KR" sz="1800" dirty="0"/>
              <a:t>1</a:t>
            </a:r>
            <a:r>
              <a:rPr lang="ko-KR" altLang="en-US" sz="1800" dirty="0"/>
              <a:t>회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11B72C-2EDC-52DB-057F-42D23576D0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567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집중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과제</a:t>
            </a:r>
            <a:r>
              <a:rPr lang="en-US" altLang="ko-KR" sz="2400" dirty="0"/>
              <a:t>1: Up/Down </a:t>
            </a:r>
            <a:r>
              <a:rPr lang="ko-KR" altLang="en-US" sz="2400" dirty="0"/>
              <a:t>게임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단판승</a:t>
            </a:r>
            <a:r>
              <a:rPr lang="en-US" altLang="ko-KR" sz="2400" dirty="0"/>
              <a:t>)</a:t>
            </a:r>
            <a:endParaRPr lang="ko-KR" altLang="en-US" sz="2000" dirty="0"/>
          </a:p>
          <a:p>
            <a:r>
              <a:rPr lang="ko-KR" altLang="en-US" sz="2400" dirty="0"/>
              <a:t>진행</a:t>
            </a:r>
            <a:endParaRPr lang="ko-KR" altLang="en-US" sz="2000" dirty="0"/>
          </a:p>
          <a:p>
            <a:pPr lvl="1"/>
            <a:r>
              <a:rPr lang="en-US" altLang="ko-KR" sz="2000" dirty="0"/>
              <a:t>[1, 99] </a:t>
            </a:r>
            <a:r>
              <a:rPr lang="ko-KR" altLang="en-US" sz="2000" dirty="0"/>
              <a:t>사이 정수 랜덤으로 생성</a:t>
            </a:r>
            <a:endParaRPr lang="en-US" altLang="ko-KR" sz="2000" dirty="0"/>
          </a:p>
          <a:p>
            <a:pPr lvl="1"/>
            <a:r>
              <a:rPr lang="ko-KR" altLang="en-US" sz="2000" dirty="0"/>
              <a:t>최대 </a:t>
            </a:r>
            <a:r>
              <a:rPr lang="en-US" altLang="ko-KR" sz="2000" dirty="0"/>
              <a:t>6</a:t>
            </a:r>
            <a:r>
              <a:rPr lang="ko-KR" altLang="en-US" sz="2000" dirty="0"/>
              <a:t>번까지 숫자를 입력 정답 맞추기</a:t>
            </a:r>
            <a:endParaRPr lang="en-US" altLang="ko-KR" sz="2000" dirty="0"/>
          </a:p>
          <a:p>
            <a:pPr lvl="1"/>
            <a:r>
              <a:rPr lang="ko-KR" altLang="en-US" sz="2000" dirty="0"/>
              <a:t>입력한 숫자 처리</a:t>
            </a:r>
            <a:endParaRPr lang="en-US" altLang="ko-KR" sz="2000" dirty="0"/>
          </a:p>
          <a:p>
            <a:pPr lvl="2"/>
            <a:r>
              <a:rPr lang="ko-KR" altLang="en-US" sz="1800" dirty="0"/>
              <a:t>정답보다 크면 </a:t>
            </a:r>
            <a:r>
              <a:rPr lang="en-US" altLang="ko-KR" sz="1800" dirty="0"/>
              <a:t>"UP" </a:t>
            </a:r>
            <a:r>
              <a:rPr lang="ko-KR" altLang="en-US" sz="1800" dirty="0"/>
              <a:t>을 출력</a:t>
            </a:r>
            <a:endParaRPr lang="en-US" altLang="ko-KR" sz="1800" dirty="0"/>
          </a:p>
          <a:p>
            <a:pPr lvl="2"/>
            <a:r>
              <a:rPr lang="ko-KR" altLang="en-US" sz="1800" dirty="0"/>
              <a:t>작으면 </a:t>
            </a:r>
            <a:r>
              <a:rPr lang="en-US" altLang="ko-KR" sz="1800" dirty="0"/>
              <a:t>"DOWN"</a:t>
            </a:r>
            <a:r>
              <a:rPr lang="ko-KR" altLang="en-US" sz="1800" dirty="0"/>
              <a:t>을 출력</a:t>
            </a:r>
            <a:endParaRPr lang="en-US" altLang="ko-KR" sz="1800" dirty="0"/>
          </a:p>
          <a:p>
            <a:pPr lvl="1"/>
            <a:r>
              <a:rPr lang="en-US" altLang="ko-KR" sz="2000" dirty="0"/>
              <a:t>'Q' </a:t>
            </a:r>
            <a:r>
              <a:rPr lang="ko-KR" altLang="en-US" sz="2000" dirty="0"/>
              <a:t>또는 </a:t>
            </a:r>
            <a:r>
              <a:rPr lang="en-US" altLang="ko-KR" sz="2000" dirty="0"/>
              <a:t>'q'</a:t>
            </a:r>
            <a:r>
              <a:rPr lang="ko-KR" altLang="en-US" sz="2000" dirty="0"/>
              <a:t>를 입력하면 프로그램을 종료</a:t>
            </a:r>
            <a:endParaRPr lang="en-US" altLang="ko-KR" sz="2000" dirty="0"/>
          </a:p>
          <a:p>
            <a:r>
              <a:rPr lang="en-US" altLang="ko-KR" sz="2400" dirty="0"/>
              <a:t> </a:t>
            </a:r>
            <a:r>
              <a:rPr lang="ko-KR" altLang="en-US" sz="2400" dirty="0"/>
              <a:t>출력 형식</a:t>
            </a:r>
            <a:endParaRPr lang="ko-KR" altLang="en-US" sz="2000" dirty="0"/>
          </a:p>
          <a:p>
            <a:pPr lvl="1"/>
            <a:r>
              <a:rPr lang="ko-KR" altLang="en-US" sz="2000" dirty="0"/>
              <a:t>당신의 승리입니다</a:t>
            </a:r>
            <a:r>
              <a:rPr lang="en-US" altLang="ko-KR" sz="2000" dirty="0"/>
              <a:t>!. /</a:t>
            </a:r>
            <a:r>
              <a:rPr lang="ko-KR" altLang="en-US" sz="2000" dirty="0"/>
              <a:t>당신은 패배했습니다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CF00-0900-AC03-4C71-0156249DD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828E8-ABB2-8317-BE45-C3791FA7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집중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006FBF-72E3-32DE-6F7F-830679DEF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과제</a:t>
            </a:r>
            <a:r>
              <a:rPr lang="en-US" altLang="ko-KR" sz="2400" dirty="0"/>
              <a:t>2: </a:t>
            </a:r>
            <a:r>
              <a:rPr lang="ko-KR" altLang="en-US" sz="2400" dirty="0"/>
              <a:t>가위바위보 게임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단판승</a:t>
            </a:r>
            <a:r>
              <a:rPr lang="en-US" altLang="ko-KR" sz="2400" dirty="0"/>
              <a:t>)</a:t>
            </a:r>
          </a:p>
          <a:p>
            <a:r>
              <a:rPr lang="ko-KR" altLang="en-US" sz="2400" dirty="0"/>
              <a:t>진행</a:t>
            </a:r>
            <a:endParaRPr lang="en-US" altLang="ko-KR" sz="2400" dirty="0"/>
          </a:p>
          <a:p>
            <a:pPr lvl="1"/>
            <a:r>
              <a:rPr lang="ko-KR" altLang="en-US" sz="2000" dirty="0"/>
              <a:t>바위 </a:t>
            </a:r>
            <a:r>
              <a:rPr lang="en-US" altLang="ko-KR" sz="2000" dirty="0"/>
              <a:t>= 1, </a:t>
            </a:r>
            <a:r>
              <a:rPr lang="ko-KR" altLang="en-US" sz="2000" dirty="0"/>
              <a:t>가위 </a:t>
            </a:r>
            <a:r>
              <a:rPr lang="en-US" altLang="ko-KR" sz="2000" dirty="0"/>
              <a:t>= 2, </a:t>
            </a:r>
            <a:r>
              <a:rPr lang="ko-KR" altLang="en-US" sz="2000" dirty="0"/>
              <a:t>보 </a:t>
            </a:r>
            <a:r>
              <a:rPr lang="en-US" altLang="ko-KR" sz="2000" dirty="0"/>
              <a:t>= 3 </a:t>
            </a:r>
            <a:r>
              <a:rPr lang="ko-KR" altLang="en-US" sz="2000" dirty="0"/>
              <a:t>랜덤으로 생성</a:t>
            </a:r>
            <a:endParaRPr lang="en-US" altLang="ko-KR" sz="2000" dirty="0"/>
          </a:p>
          <a:p>
            <a:pPr lvl="1"/>
            <a:r>
              <a:rPr lang="ko-KR" altLang="en-US" sz="2000" dirty="0"/>
              <a:t>사용자가 </a:t>
            </a:r>
            <a:r>
              <a:rPr lang="en-US" altLang="ko-KR" sz="2000" dirty="0"/>
              <a:t>1, 2, 3 </a:t>
            </a:r>
            <a:r>
              <a:rPr lang="ko-KR" altLang="en-US" sz="2000" dirty="0"/>
              <a:t>이외에 값을 선택하면 패배로 출력</a:t>
            </a:r>
            <a:endParaRPr lang="en-US" altLang="ko-KR" sz="2000" dirty="0"/>
          </a:p>
          <a:p>
            <a:pPr lvl="1"/>
            <a:r>
              <a:rPr lang="en-US" altLang="ko-KR" sz="2000" dirty="0"/>
              <a:t>'Q' </a:t>
            </a:r>
            <a:r>
              <a:rPr lang="ko-KR" altLang="en-US" sz="2000" dirty="0"/>
              <a:t>또는 </a:t>
            </a:r>
            <a:r>
              <a:rPr lang="en-US" altLang="ko-KR" sz="2000" dirty="0"/>
              <a:t>'q'</a:t>
            </a:r>
            <a:r>
              <a:rPr lang="ko-KR" altLang="en-US" sz="2000" dirty="0"/>
              <a:t>를 입력하면 프로그램 종료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ko-KR" altLang="en-US" sz="2400" dirty="0"/>
              <a:t>입력 형식</a:t>
            </a:r>
            <a:endParaRPr lang="ko-KR" altLang="en-US" sz="1800" dirty="0"/>
          </a:p>
          <a:p>
            <a:pPr lvl="1"/>
            <a:r>
              <a:rPr lang="ko-KR" altLang="en-US" sz="2000" dirty="0"/>
              <a:t>다음 문구를 그대로 출력한 뒤 사용자 입력을 받는다</a:t>
            </a:r>
            <a:r>
              <a:rPr lang="en-US" altLang="ko-KR" sz="2000" dirty="0"/>
              <a:t>:</a:t>
            </a:r>
          </a:p>
          <a:p>
            <a:pPr lvl="1"/>
            <a:r>
              <a:rPr lang="ko-KR" altLang="en-US" sz="2000" dirty="0"/>
              <a:t>가위바위보 게임입니다</a:t>
            </a:r>
            <a:r>
              <a:rPr lang="en-US" altLang="ko-KR" sz="2000" dirty="0"/>
              <a:t>. (1: </a:t>
            </a:r>
            <a:r>
              <a:rPr lang="ko-KR" altLang="en-US" sz="2000" dirty="0"/>
              <a:t>바위</a:t>
            </a:r>
            <a:r>
              <a:rPr lang="en-US" altLang="ko-KR" sz="2000" dirty="0"/>
              <a:t>, 2: </a:t>
            </a:r>
            <a:r>
              <a:rPr lang="ko-KR" altLang="en-US" sz="2000" dirty="0"/>
              <a:t>가위</a:t>
            </a:r>
            <a:r>
              <a:rPr lang="en-US" altLang="ko-KR" sz="2000" dirty="0"/>
              <a:t>, 3: </a:t>
            </a:r>
            <a:r>
              <a:rPr lang="ko-KR" altLang="en-US" sz="2000" dirty="0"/>
              <a:t>보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당신의 선택은</a:t>
            </a:r>
            <a:r>
              <a:rPr lang="en-US" altLang="ko-KR" sz="2000" dirty="0"/>
              <a:t>? </a:t>
            </a:r>
            <a:endParaRPr lang="en-US" altLang="ko-KR" sz="1800" dirty="0"/>
          </a:p>
          <a:p>
            <a:pPr lvl="2"/>
            <a:endParaRPr lang="en-US" altLang="ko-KR" sz="1200" dirty="0"/>
          </a:p>
          <a:p>
            <a:r>
              <a:rPr lang="en-US" altLang="ko-KR" sz="2400" dirty="0"/>
              <a:t> </a:t>
            </a:r>
            <a:r>
              <a:rPr lang="ko-KR" altLang="en-US" sz="2400" dirty="0"/>
              <a:t>출력 형식</a:t>
            </a:r>
            <a:endParaRPr lang="ko-KR" altLang="en-US" sz="1800" dirty="0"/>
          </a:p>
          <a:p>
            <a:pPr lvl="1"/>
            <a:r>
              <a:rPr lang="ko-KR" altLang="en-US" sz="2000" dirty="0"/>
              <a:t>당신</a:t>
            </a:r>
            <a:r>
              <a:rPr lang="en-US" altLang="ko-KR" sz="2000" dirty="0"/>
              <a:t>: (</a:t>
            </a:r>
            <a:r>
              <a:rPr lang="ko-KR" altLang="en-US" sz="2000" dirty="0"/>
              <a:t>사용자 선택 값</a:t>
            </a:r>
            <a:r>
              <a:rPr lang="en-US" altLang="ko-KR" sz="2000" dirty="0"/>
              <a:t>), </a:t>
            </a:r>
            <a:r>
              <a:rPr lang="ko-KR" altLang="en-US" sz="2000" dirty="0"/>
              <a:t>컴퓨터</a:t>
            </a:r>
            <a:r>
              <a:rPr lang="en-US" altLang="ko-KR" sz="2000" dirty="0"/>
              <a:t>: (</a:t>
            </a:r>
            <a:r>
              <a:rPr lang="ko-KR" altLang="en-US" sz="2000" dirty="0"/>
              <a:t>컴퓨터 선택 값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당신의 승리입니다</a:t>
            </a:r>
            <a:r>
              <a:rPr lang="en-US" altLang="ko-KR" sz="2000" dirty="0"/>
              <a:t>!. /</a:t>
            </a:r>
            <a:r>
              <a:rPr lang="ko-KR" altLang="en-US" sz="2000" dirty="0"/>
              <a:t>당신은 패배했습니다</a:t>
            </a:r>
            <a:r>
              <a:rPr lang="en-US" altLang="ko-KR" sz="2000" dirty="0"/>
              <a:t>. / </a:t>
            </a:r>
            <a:r>
              <a:rPr lang="ko-KR" altLang="en-US" sz="2000" dirty="0"/>
              <a:t>비겼습니다</a:t>
            </a:r>
            <a:r>
              <a:rPr lang="en-US" altLang="ko-KR" sz="2000" dirty="0"/>
              <a:t>.</a:t>
            </a:r>
            <a:endParaRPr lang="en-US" altLang="ko-KR" sz="18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D412D7-85DF-146F-2C49-5933B1DC46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7863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7291-25CC-6C89-A5E6-D909DBFC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F9A27-C826-8E1F-56D8-81E40B9E3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3600" dirty="0"/>
              <a:t>2</a:t>
            </a:r>
            <a:r>
              <a:rPr lang="ko-KR" altLang="en-US" sz="3600" dirty="0"/>
              <a:t>차 집중 과제</a:t>
            </a: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E759CB-42FB-EEB5-43C1-777E9AB739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별찍기</a:t>
            </a:r>
            <a:endParaRPr lang="en-US" altLang="ko-KR" dirty="0"/>
          </a:p>
          <a:p>
            <a:r>
              <a:rPr lang="en-US" altLang="ko-KR" dirty="0"/>
              <a:t>Up/Down 5</a:t>
            </a:r>
            <a:r>
              <a:rPr lang="ko-KR" altLang="en-US" dirty="0"/>
              <a:t>판 </a:t>
            </a:r>
            <a:r>
              <a:rPr lang="en-US" altLang="ko-KR" dirty="0"/>
              <a:t>3</a:t>
            </a:r>
            <a:r>
              <a:rPr lang="ko-KR" altLang="en-US" dirty="0"/>
              <a:t>선승</a:t>
            </a:r>
            <a:endParaRPr lang="en-US" altLang="ko-KR" dirty="0"/>
          </a:p>
          <a:p>
            <a:r>
              <a:rPr lang="ko-KR" altLang="en-US" dirty="0"/>
              <a:t>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</a:t>
            </a:r>
            <a:r>
              <a:rPr lang="en-US" altLang="ko-KR" dirty="0"/>
              <a:t> 5</a:t>
            </a:r>
            <a:r>
              <a:rPr lang="ko-KR" altLang="en-US" dirty="0"/>
              <a:t>판 </a:t>
            </a:r>
            <a:r>
              <a:rPr lang="en-US" altLang="ko-KR" dirty="0"/>
              <a:t>3</a:t>
            </a:r>
            <a:r>
              <a:rPr lang="ko-KR" altLang="en-US" dirty="0"/>
              <a:t>선승</a:t>
            </a:r>
            <a:endParaRPr lang="en-US" altLang="ko-KR" dirty="0"/>
          </a:p>
          <a:p>
            <a:r>
              <a:rPr lang="ko-KR" altLang="en-US" dirty="0"/>
              <a:t>숫자 야구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FAF1A9-5D62-7310-8419-34D86E403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57422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9758-9674-B590-F152-CFFAA153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649C0-9D93-4F47-A899-95F03449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집중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E35C6-3C08-C036-02FE-1E1E6704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공통 조건</a:t>
            </a:r>
          </a:p>
          <a:p>
            <a:pPr lvl="1"/>
            <a:r>
              <a:rPr lang="ko-KR" altLang="en-US" sz="1800" dirty="0"/>
              <a:t>컴파일 오류 없이 실행</a:t>
            </a:r>
          </a:p>
          <a:p>
            <a:pPr lvl="1"/>
            <a:r>
              <a:rPr lang="ko-KR" altLang="en-US" sz="1800" dirty="0"/>
              <a:t>안내 메시지 포함</a:t>
            </a:r>
            <a:endParaRPr lang="en-US" altLang="ko-KR" sz="1800" dirty="0"/>
          </a:p>
          <a:p>
            <a:pPr lvl="1"/>
            <a:r>
              <a:rPr lang="ko-KR" altLang="en-US" sz="1800" dirty="0"/>
              <a:t>비속어 금지</a:t>
            </a:r>
          </a:p>
          <a:p>
            <a:pPr lvl="1"/>
            <a:r>
              <a:rPr lang="en-US" altLang="ko-KR" sz="1800" dirty="0"/>
              <a:t>main </a:t>
            </a:r>
            <a:r>
              <a:rPr lang="ko-KR" altLang="en-US" sz="1800" dirty="0"/>
              <a:t>밖에서 구현 로직 작성</a:t>
            </a:r>
            <a:r>
              <a:rPr lang="en-US" altLang="ko-KR" sz="1800" dirty="0"/>
              <a:t>, </a:t>
            </a:r>
            <a:r>
              <a:rPr lang="ko-KR" altLang="en-US" sz="1800" dirty="0"/>
              <a:t>함수 선언 </a:t>
            </a:r>
            <a:r>
              <a:rPr lang="en-US" altLang="ko-KR" sz="1800" dirty="0"/>
              <a:t>/ </a:t>
            </a:r>
            <a:r>
              <a:rPr lang="ko-KR" altLang="en-US" sz="1800" dirty="0"/>
              <a:t>구현 분리</a:t>
            </a:r>
            <a:endParaRPr lang="en-US" altLang="ko-KR" sz="1800" dirty="0"/>
          </a:p>
          <a:p>
            <a:pPr lvl="1"/>
            <a:r>
              <a:rPr lang="en-US" altLang="ko-KR" sz="1800" dirty="0"/>
              <a:t>'Q' </a:t>
            </a:r>
            <a:r>
              <a:rPr lang="ko-KR" altLang="en-US" sz="1800" dirty="0"/>
              <a:t>또는 </a:t>
            </a:r>
            <a:r>
              <a:rPr lang="en-US" altLang="ko-KR" sz="1800" dirty="0"/>
              <a:t>'q'</a:t>
            </a:r>
            <a:r>
              <a:rPr lang="ko-KR" altLang="en-US" sz="1800" dirty="0"/>
              <a:t>를 입력하면 프로그램 종료</a:t>
            </a:r>
            <a:endParaRPr lang="en-US" altLang="ko-KR" sz="1800" dirty="0"/>
          </a:p>
          <a:p>
            <a:pPr lvl="2"/>
            <a:endParaRPr lang="ko-KR" altLang="en-US" sz="1000" dirty="0"/>
          </a:p>
          <a:p>
            <a:r>
              <a:rPr lang="ko-KR" altLang="en-US" sz="2000" dirty="0"/>
              <a:t>명명 규칙</a:t>
            </a:r>
          </a:p>
          <a:p>
            <a:pPr lvl="1"/>
            <a:r>
              <a:rPr lang="ko-KR" altLang="en-US" sz="1800" dirty="0"/>
              <a:t>함수</a:t>
            </a:r>
            <a:r>
              <a:rPr lang="en-US" altLang="ko-KR" sz="1800" dirty="0"/>
              <a:t>: </a:t>
            </a:r>
            <a:r>
              <a:rPr lang="ko-KR" altLang="en-US" sz="1800" dirty="0"/>
              <a:t>파스칼 표기법</a:t>
            </a:r>
          </a:p>
          <a:p>
            <a:pPr lvl="1"/>
            <a:r>
              <a:rPr lang="ko-KR" altLang="en-US" sz="1800" dirty="0"/>
              <a:t>변수</a:t>
            </a:r>
            <a:r>
              <a:rPr lang="en-US" altLang="ko-KR" sz="1800" dirty="0"/>
              <a:t>: </a:t>
            </a:r>
            <a:r>
              <a:rPr lang="ko-KR" altLang="en-US" sz="1800" dirty="0"/>
              <a:t>카멜 표기법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ko-KR" altLang="en-US" sz="2000" dirty="0"/>
              <a:t>필수 설정</a:t>
            </a:r>
          </a:p>
          <a:p>
            <a:pPr lvl="1"/>
            <a:r>
              <a:rPr lang="ko-KR" altLang="en-US" sz="1800" dirty="0"/>
              <a:t>헤더파일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CC00FF"/>
                </a:solidFill>
              </a:rPr>
              <a:t>stdio.h</a:t>
            </a:r>
            <a:r>
              <a:rPr lang="en-US" altLang="ko-KR" sz="1800" dirty="0"/>
              <a:t> / </a:t>
            </a:r>
            <a:r>
              <a:rPr lang="en-US" altLang="ko-KR" sz="1800" dirty="0" err="1">
                <a:solidFill>
                  <a:srgbClr val="CC00FF"/>
                </a:solidFill>
              </a:rPr>
              <a:t>stdlib.h</a:t>
            </a:r>
            <a:r>
              <a:rPr lang="en-US" altLang="ko-KR" sz="1800" dirty="0"/>
              <a:t> / </a:t>
            </a:r>
            <a:r>
              <a:rPr lang="en-US" altLang="ko-KR" sz="1800" dirty="0">
                <a:solidFill>
                  <a:srgbClr val="CC00FF"/>
                </a:solidFill>
              </a:rPr>
              <a:t>time.h</a:t>
            </a:r>
          </a:p>
          <a:p>
            <a:pPr lvl="1"/>
            <a:r>
              <a:rPr lang="en-US" altLang="ko-KR" sz="1800" dirty="0"/>
              <a:t>scanf </a:t>
            </a:r>
            <a:r>
              <a:rPr lang="ko-KR" altLang="en-US" sz="1800" dirty="0"/>
              <a:t>사용 시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CC00FF"/>
                </a:solidFill>
              </a:rPr>
              <a:t>_CRT_SECURE_NO_WARNINGS</a:t>
            </a:r>
          </a:p>
          <a:p>
            <a:pPr lvl="1"/>
            <a:r>
              <a:rPr lang="ko-KR" altLang="en-US" sz="1800" dirty="0"/>
              <a:t>난수 </a:t>
            </a:r>
            <a:r>
              <a:rPr lang="en-US" altLang="ko-KR" sz="1800" dirty="0"/>
              <a:t>seed - srand: </a:t>
            </a:r>
            <a:r>
              <a:rPr lang="ko-KR" altLang="en-US" sz="1800" dirty="0"/>
              <a:t>프로그램 시작 시 </a:t>
            </a:r>
            <a:r>
              <a:rPr lang="en-US" altLang="ko-KR" sz="1800" dirty="0"/>
              <a:t>1</a:t>
            </a:r>
            <a:r>
              <a:rPr lang="ko-KR" altLang="en-US" sz="1800" dirty="0"/>
              <a:t>회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ko-KR" altLang="en-US" sz="2000" dirty="0"/>
              <a:t>제어문</a:t>
            </a:r>
          </a:p>
          <a:p>
            <a:pPr lvl="1"/>
            <a:r>
              <a:rPr lang="en-US" altLang="ko-KR" sz="1800" dirty="0"/>
              <a:t>if–else </a:t>
            </a:r>
            <a:r>
              <a:rPr lang="ko-KR" altLang="en-US" sz="1800" dirty="0"/>
              <a:t>권장</a:t>
            </a:r>
            <a:r>
              <a:rPr lang="en-US" altLang="ko-KR" sz="1800" dirty="0"/>
              <a:t>, switch </a:t>
            </a:r>
            <a:r>
              <a:rPr lang="ko-KR" altLang="en-US" sz="1800" dirty="0"/>
              <a:t>선택</a:t>
            </a:r>
            <a:endParaRPr lang="en-US" altLang="ko-KR" sz="3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71B6-6F8C-3431-41C0-1D914E13C9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1013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DE04-9A5A-3F52-C915-0E8EE42E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5A003-B92C-8448-7562-26180616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집중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50D8E-3F31-12AA-D3A6-BE0C35D0E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과제 </a:t>
            </a:r>
            <a:r>
              <a:rPr lang="en-US" altLang="ko-KR" sz="2400" dirty="0"/>
              <a:t>1: </a:t>
            </a:r>
            <a:r>
              <a:rPr lang="ko-KR" altLang="en-US" sz="2400" dirty="0"/>
              <a:t>별 찍기 </a:t>
            </a:r>
            <a:r>
              <a:rPr lang="en-US" altLang="ko-KR" sz="2400" dirty="0"/>
              <a:t>: </a:t>
            </a:r>
            <a:r>
              <a:rPr lang="ko-KR" altLang="en-US" sz="2400" dirty="0"/>
              <a:t>다이아몬드</a:t>
            </a:r>
          </a:p>
          <a:p>
            <a:pPr lvl="1"/>
            <a:r>
              <a:rPr lang="ko-KR" altLang="en-US" sz="2000" dirty="0" err="1"/>
              <a:t>입력값</a:t>
            </a:r>
            <a:r>
              <a:rPr lang="ko-KR" altLang="en-US" sz="2000" dirty="0"/>
              <a:t> </a:t>
            </a:r>
            <a:r>
              <a:rPr lang="en-US" altLang="ko-KR" sz="2000" dirty="0"/>
              <a:t>7 </a:t>
            </a:r>
            <a:r>
              <a:rPr lang="ko-KR" altLang="en-US" sz="2000" dirty="0"/>
              <a:t>미만</a:t>
            </a:r>
            <a:r>
              <a:rPr lang="en-US" altLang="ko-KR" sz="2000" dirty="0"/>
              <a:t>: "</a:t>
            </a:r>
            <a:r>
              <a:rPr lang="ko-KR" altLang="en-US" sz="2000" dirty="0"/>
              <a:t>입력한 숫자가 너무 작다</a:t>
            </a:r>
            <a:r>
              <a:rPr lang="en-US" altLang="ko-KR" sz="2000" dirty="0"/>
              <a:t>"</a:t>
            </a:r>
            <a:r>
              <a:rPr lang="ko-KR" altLang="en-US" sz="2000" dirty="0"/>
              <a:t> 메시지 출력</a:t>
            </a:r>
            <a:r>
              <a:rPr lang="en-US" altLang="ko-KR" sz="2000" dirty="0"/>
              <a:t>,</a:t>
            </a:r>
            <a:r>
              <a:rPr lang="ko-KR" altLang="en-US" sz="2000" dirty="0"/>
              <a:t> 프로그램 종료</a:t>
            </a:r>
            <a:endParaRPr lang="ko-KR" altLang="en-US" sz="1800" dirty="0"/>
          </a:p>
          <a:p>
            <a:pPr lvl="1"/>
            <a:r>
              <a:rPr lang="ko-KR" altLang="en-US" sz="2000" dirty="0"/>
              <a:t>짝수 입력</a:t>
            </a:r>
            <a:r>
              <a:rPr lang="en-US" altLang="ko-KR" sz="2000" dirty="0"/>
              <a:t>: </a:t>
            </a:r>
            <a:r>
              <a:rPr lang="ko-KR" altLang="en-US" sz="2000" dirty="0"/>
              <a:t>입력한 짝수 보다 </a:t>
            </a:r>
            <a:r>
              <a:rPr lang="en-US" altLang="ko-KR" sz="2000" dirty="0"/>
              <a:t>1 </a:t>
            </a:r>
            <a:r>
              <a:rPr lang="ko-KR" altLang="en-US" sz="2000" dirty="0"/>
              <a:t>작은 홀수 사용</a:t>
            </a:r>
            <a:endParaRPr lang="ko-KR" altLang="en-US" dirty="0"/>
          </a:p>
          <a:p>
            <a:endParaRPr lang="en-US" altLang="ko-KR" sz="2400" dirty="0"/>
          </a:p>
          <a:p>
            <a:r>
              <a:rPr lang="ko-KR" altLang="en-US" sz="2400" dirty="0"/>
              <a:t>과제 </a:t>
            </a:r>
            <a:r>
              <a:rPr lang="en-US" altLang="ko-KR" sz="2400" dirty="0"/>
              <a:t>2: Up / Down </a:t>
            </a:r>
            <a:r>
              <a:rPr lang="ko-KR" altLang="en-US" sz="2400" dirty="0"/>
              <a:t>게임</a:t>
            </a:r>
          </a:p>
          <a:p>
            <a:pPr lvl="1"/>
            <a:r>
              <a:rPr lang="en-US" altLang="ko-KR" sz="2000" dirty="0"/>
              <a:t>[1,100] </a:t>
            </a:r>
            <a:r>
              <a:rPr lang="ko-KR" altLang="en-US" sz="2000" dirty="0"/>
              <a:t>랜덤 숫자 생성 해당 숫자를</a:t>
            </a:r>
            <a:r>
              <a:rPr lang="en-US" altLang="ko-KR" sz="2000" dirty="0"/>
              <a:t> 6</a:t>
            </a:r>
            <a:r>
              <a:rPr lang="ko-KR" altLang="en-US" sz="2000" dirty="0"/>
              <a:t>번 이내 정답 맞추기</a:t>
            </a:r>
          </a:p>
          <a:p>
            <a:pPr lvl="1"/>
            <a:r>
              <a:rPr lang="ko-KR" altLang="en-US" sz="2000" dirty="0"/>
              <a:t>진행 </a:t>
            </a:r>
            <a:r>
              <a:rPr lang="en-US" altLang="ko-KR" sz="2000" dirty="0"/>
              <a:t>/ </a:t>
            </a:r>
            <a:r>
              <a:rPr lang="ko-KR" altLang="en-US" sz="2000" dirty="0"/>
              <a:t>규칙</a:t>
            </a:r>
            <a:r>
              <a:rPr lang="en-US" altLang="ko-KR" sz="2000" dirty="0"/>
              <a:t>: 5</a:t>
            </a:r>
            <a:r>
              <a:rPr lang="ko-KR" altLang="en-US" sz="2000" dirty="0"/>
              <a:t>판 </a:t>
            </a:r>
            <a:r>
              <a:rPr lang="en-US" altLang="ko-KR" sz="2000" dirty="0"/>
              <a:t>3</a:t>
            </a:r>
            <a:r>
              <a:rPr lang="ko-KR" altLang="en-US" sz="2000" dirty="0"/>
              <a:t>선 승제</a:t>
            </a:r>
            <a:endParaRPr lang="en-US" altLang="ko-KR" sz="2000" dirty="0"/>
          </a:p>
          <a:p>
            <a:pPr lvl="2"/>
            <a:r>
              <a:rPr lang="ko-KR" altLang="en-US" sz="1600" dirty="0"/>
              <a:t>매 판 결과 </a:t>
            </a:r>
            <a:r>
              <a:rPr lang="en-US" altLang="ko-KR" sz="1600" dirty="0"/>
              <a:t>+ </a:t>
            </a:r>
            <a:r>
              <a:rPr lang="ko-KR" altLang="en-US" sz="1600" dirty="0"/>
              <a:t>전적 출력</a:t>
            </a:r>
            <a:endParaRPr lang="en-US" altLang="ko-KR" sz="1600" dirty="0"/>
          </a:p>
          <a:p>
            <a:pPr lvl="2"/>
            <a:r>
              <a:rPr lang="ko-KR" altLang="en-US" sz="1600" dirty="0"/>
              <a:t>입력 값 </a:t>
            </a:r>
            <a:r>
              <a:rPr lang="en-US" altLang="ko-KR" sz="1600" dirty="0"/>
              <a:t>&lt; </a:t>
            </a:r>
            <a:r>
              <a:rPr lang="ko-KR" altLang="en-US" sz="1600" dirty="0"/>
              <a:t>정답  </a:t>
            </a:r>
            <a:r>
              <a:rPr lang="en-US" altLang="ko-KR" sz="1600" dirty="0"/>
              <a:t>"&lt;Up&gt; </a:t>
            </a:r>
            <a:r>
              <a:rPr lang="ko-KR" altLang="en-US" sz="1600" dirty="0"/>
              <a:t>입력한 숫자가 정답보다 큽니다</a:t>
            </a:r>
            <a:r>
              <a:rPr lang="en-US" altLang="ko-KR" sz="1600" dirty="0"/>
              <a:t>" </a:t>
            </a:r>
            <a:r>
              <a:rPr lang="ko-KR" altLang="en-US" sz="1600" dirty="0"/>
              <a:t>출력</a:t>
            </a:r>
            <a:endParaRPr lang="en-US" altLang="ko-KR" sz="1600" dirty="0"/>
          </a:p>
          <a:p>
            <a:pPr lvl="2"/>
            <a:r>
              <a:rPr lang="ko-KR" altLang="en-US" sz="1600" dirty="0"/>
              <a:t>입력 값 </a:t>
            </a:r>
            <a:r>
              <a:rPr lang="en-US" altLang="ko-KR" sz="1600" dirty="0"/>
              <a:t>&gt; </a:t>
            </a:r>
            <a:r>
              <a:rPr lang="ko-KR" altLang="en-US" sz="1600" dirty="0"/>
              <a:t>정답  </a:t>
            </a:r>
            <a:r>
              <a:rPr lang="en-US" altLang="ko-KR" sz="1600" dirty="0"/>
              <a:t>"&lt;Down&gt; </a:t>
            </a:r>
            <a:r>
              <a:rPr lang="ko-KR" altLang="en-US" sz="1600" dirty="0"/>
              <a:t>입력한 숫자가 정답보다 작습니다</a:t>
            </a:r>
            <a:r>
              <a:rPr lang="en-US" altLang="ko-KR" sz="1600" dirty="0"/>
              <a:t>" </a:t>
            </a:r>
            <a:r>
              <a:rPr lang="ko-KR" altLang="en-US" sz="1600" dirty="0"/>
              <a:t>출력</a:t>
            </a:r>
            <a:endParaRPr lang="en-US" altLang="ko-KR" sz="1600" dirty="0"/>
          </a:p>
          <a:p>
            <a:pPr lvl="2"/>
            <a:r>
              <a:rPr lang="ko-KR" altLang="en-US" sz="1600" dirty="0"/>
              <a:t>정답 일치 → 성공</a:t>
            </a:r>
          </a:p>
          <a:p>
            <a:pPr lvl="1"/>
            <a:r>
              <a:rPr lang="ko-KR" altLang="en-US" sz="2000" dirty="0"/>
              <a:t>게임 결과 표시</a:t>
            </a:r>
            <a:endParaRPr lang="en-US" altLang="ko-KR" sz="2000" dirty="0"/>
          </a:p>
          <a:p>
            <a:pPr lvl="2"/>
            <a:r>
              <a:rPr lang="en-US" altLang="ko-KR" sz="1600" dirty="0"/>
              <a:t>0 </a:t>
            </a:r>
            <a:r>
              <a:rPr lang="ko-KR" altLang="en-US" sz="1600" dirty="0"/>
              <a:t>판 </a:t>
            </a:r>
            <a:r>
              <a:rPr lang="en-US" altLang="ko-KR" sz="1600" dirty="0"/>
              <a:t>0</a:t>
            </a:r>
            <a:r>
              <a:rPr lang="ko-KR" altLang="en-US" sz="1600" dirty="0"/>
              <a:t>승 </a:t>
            </a:r>
            <a:r>
              <a:rPr lang="en-US" altLang="ko-KR" sz="1600" dirty="0"/>
              <a:t>0</a:t>
            </a:r>
            <a:r>
              <a:rPr lang="ko-KR" altLang="en-US" sz="1600" dirty="0"/>
              <a:t>패</a:t>
            </a:r>
            <a:endParaRPr lang="en-US" altLang="ko-KR" sz="1600" dirty="0"/>
          </a:p>
          <a:p>
            <a:pPr lvl="2"/>
            <a:r>
              <a:rPr lang="ko-KR" altLang="en-US" sz="1600" dirty="0"/>
              <a:t>승리 또는 패배</a:t>
            </a:r>
            <a:endParaRPr lang="en-US" altLang="ko-KR" sz="1600" dirty="0"/>
          </a:p>
          <a:p>
            <a:pPr lvl="1"/>
            <a:r>
              <a:rPr lang="ko-KR" altLang="en-US" sz="2000" dirty="0"/>
              <a:t>보너스</a:t>
            </a:r>
            <a:r>
              <a:rPr lang="en-US" altLang="ko-KR" sz="2000" dirty="0"/>
              <a:t>: 'p'</a:t>
            </a:r>
            <a:r>
              <a:rPr lang="ko-KR" altLang="en-US" sz="2000" dirty="0"/>
              <a:t>키를 누르면 해당 판수 승리 판정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D6BDF-1B92-26E2-48EB-424DCD1FFB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68497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CC4A-1821-8A05-D5AA-B4006207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C7074-AA98-4DC3-AA24-1A12032C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집중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2B055-0743-BE80-0C46-32DA46F6A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과제 </a:t>
            </a:r>
            <a:r>
              <a:rPr lang="en-US" altLang="ko-KR" sz="2000" dirty="0"/>
              <a:t>2: </a:t>
            </a:r>
            <a:r>
              <a:rPr lang="ko-KR" altLang="en-US" sz="2000" dirty="0"/>
              <a:t>가위바위보 게임</a:t>
            </a:r>
          </a:p>
          <a:p>
            <a:pPr lvl="1"/>
            <a:r>
              <a:rPr lang="ko-KR" altLang="en-US" sz="1800" dirty="0"/>
              <a:t>진행 </a:t>
            </a:r>
            <a:r>
              <a:rPr lang="en-US" altLang="ko-KR" sz="1800" dirty="0"/>
              <a:t>/ </a:t>
            </a:r>
            <a:r>
              <a:rPr lang="ko-KR" altLang="en-US" sz="1800" dirty="0"/>
              <a:t>규칙</a:t>
            </a:r>
            <a:r>
              <a:rPr lang="en-US" altLang="ko-KR" sz="1800" dirty="0"/>
              <a:t>: 5</a:t>
            </a:r>
            <a:r>
              <a:rPr lang="ko-KR" altLang="en-US" sz="1800" dirty="0"/>
              <a:t>판 </a:t>
            </a:r>
            <a:r>
              <a:rPr lang="en-US" altLang="ko-KR" sz="1800" dirty="0"/>
              <a:t>3</a:t>
            </a:r>
            <a:r>
              <a:rPr lang="ko-KR" altLang="en-US" sz="1800" dirty="0"/>
              <a:t>선 승제</a:t>
            </a:r>
            <a:endParaRPr lang="en-US" altLang="ko-KR" sz="1800" dirty="0"/>
          </a:p>
          <a:p>
            <a:pPr lvl="2"/>
            <a:r>
              <a:rPr lang="ko-KR" altLang="en-US" sz="1400" dirty="0"/>
              <a:t>매 판 결과 </a:t>
            </a:r>
            <a:r>
              <a:rPr lang="en-US" altLang="ko-KR" sz="1400" dirty="0"/>
              <a:t>+ </a:t>
            </a:r>
            <a:r>
              <a:rPr lang="ko-KR" altLang="en-US" sz="1400" dirty="0"/>
              <a:t>전적 출력</a:t>
            </a:r>
            <a:endParaRPr lang="en-US" altLang="ko-KR" sz="1400" dirty="0"/>
          </a:p>
          <a:p>
            <a:pPr lvl="2"/>
            <a:r>
              <a:rPr lang="en-US" altLang="ko-KR" sz="1400" dirty="0"/>
              <a:t>1: </a:t>
            </a:r>
            <a:r>
              <a:rPr lang="ko-KR" altLang="en-US" sz="1400" dirty="0"/>
              <a:t>바위 </a:t>
            </a:r>
            <a:r>
              <a:rPr lang="en-US" altLang="ko-KR" sz="1400" dirty="0"/>
              <a:t>/ 2: </a:t>
            </a:r>
            <a:r>
              <a:rPr lang="ko-KR" altLang="en-US" sz="1400" dirty="0"/>
              <a:t>가위 </a:t>
            </a:r>
            <a:r>
              <a:rPr lang="en-US" altLang="ko-KR" sz="1400" dirty="0"/>
              <a:t>/ 3: </a:t>
            </a:r>
            <a:r>
              <a:rPr lang="ko-KR" altLang="en-US" sz="1400" dirty="0"/>
              <a:t>보</a:t>
            </a:r>
          </a:p>
          <a:p>
            <a:pPr lvl="2"/>
            <a:r>
              <a:rPr lang="en-US" altLang="ko-KR" sz="1400" dirty="0"/>
              <a:t>rand() </a:t>
            </a:r>
            <a:r>
              <a:rPr lang="ko-KR" altLang="en-US" sz="1400" dirty="0"/>
              <a:t>사용</a:t>
            </a:r>
            <a:endParaRPr lang="en-US" altLang="ko-KR" sz="1800" dirty="0"/>
          </a:p>
          <a:p>
            <a:pPr lvl="1"/>
            <a:r>
              <a:rPr lang="ko-KR" altLang="en-US" sz="1800" dirty="0"/>
              <a:t>게임 결과 표시</a:t>
            </a:r>
            <a:endParaRPr lang="en-US" altLang="ko-KR" sz="1800" dirty="0"/>
          </a:p>
          <a:p>
            <a:pPr lvl="2"/>
            <a:r>
              <a:rPr lang="en-US" altLang="ko-KR" sz="1400" dirty="0"/>
              <a:t>0 </a:t>
            </a:r>
            <a:r>
              <a:rPr lang="ko-KR" altLang="en-US" sz="1400" dirty="0"/>
              <a:t>판 </a:t>
            </a:r>
            <a:r>
              <a:rPr lang="en-US" altLang="ko-KR" sz="1400" dirty="0"/>
              <a:t>0</a:t>
            </a:r>
            <a:r>
              <a:rPr lang="ko-KR" altLang="en-US" sz="1400" dirty="0"/>
              <a:t>승 </a:t>
            </a:r>
            <a:r>
              <a:rPr lang="en-US" altLang="ko-KR" sz="1400" dirty="0"/>
              <a:t>0</a:t>
            </a:r>
            <a:r>
              <a:rPr lang="ko-KR" altLang="en-US" sz="1400" dirty="0"/>
              <a:t>패</a:t>
            </a:r>
            <a:endParaRPr lang="en-US" altLang="ko-KR" sz="1400" dirty="0"/>
          </a:p>
          <a:p>
            <a:pPr lvl="2"/>
            <a:r>
              <a:rPr lang="ko-KR" altLang="en-US" sz="1400" dirty="0"/>
              <a:t>승리 또는 패배</a:t>
            </a:r>
            <a:endParaRPr lang="en-US" altLang="ko-KR" sz="1400" dirty="0"/>
          </a:p>
          <a:p>
            <a:pPr lvl="1"/>
            <a:r>
              <a:rPr lang="ko-KR" altLang="en-US" sz="1800" dirty="0"/>
              <a:t>보너스</a:t>
            </a:r>
            <a:r>
              <a:rPr lang="en-US" altLang="ko-KR" sz="1800" dirty="0"/>
              <a:t>: 'p'</a:t>
            </a:r>
            <a:r>
              <a:rPr lang="ko-KR" altLang="en-US" sz="1800" dirty="0"/>
              <a:t>키를 누르면 해당 판수 승리 판정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과제 </a:t>
            </a:r>
            <a:r>
              <a:rPr lang="en-US" altLang="ko-KR" sz="2000" dirty="0"/>
              <a:t>3: </a:t>
            </a:r>
            <a:r>
              <a:rPr lang="ko-KR" altLang="en-US" sz="2000" dirty="0"/>
              <a:t>숫자 야구 게임</a:t>
            </a:r>
          </a:p>
          <a:p>
            <a:pPr lvl="1"/>
            <a:r>
              <a:rPr lang="ko-KR" altLang="en-US" sz="1800" dirty="0"/>
              <a:t>진행</a:t>
            </a:r>
            <a:endParaRPr lang="en-US" altLang="ko-KR" sz="1800" dirty="0"/>
          </a:p>
          <a:p>
            <a:pPr lvl="2"/>
            <a:r>
              <a:rPr lang="ko-KR" altLang="en-US" sz="1400" dirty="0"/>
              <a:t>프로그램 시작 시 </a:t>
            </a:r>
            <a:r>
              <a:rPr lang="en-US" altLang="ko-KR" sz="1400" dirty="0"/>
              <a:t>rand()</a:t>
            </a:r>
            <a:r>
              <a:rPr lang="ko-KR" altLang="en-US" sz="1400" dirty="0"/>
              <a:t>로 서로 다른 숫자 </a:t>
            </a:r>
            <a:r>
              <a:rPr lang="en-US" altLang="ko-KR" sz="1400" dirty="0"/>
              <a:t>3</a:t>
            </a:r>
            <a:r>
              <a:rPr lang="ko-KR" altLang="en-US" sz="1400" dirty="0"/>
              <a:t>개 생성</a:t>
            </a:r>
          </a:p>
          <a:p>
            <a:pPr lvl="2"/>
            <a:r>
              <a:rPr lang="ko-KR" altLang="en-US" sz="1400" dirty="0"/>
              <a:t>스트라이크 </a:t>
            </a:r>
            <a:r>
              <a:rPr lang="en-US" altLang="ko-KR" sz="1400" dirty="0"/>
              <a:t>/ </a:t>
            </a:r>
            <a:r>
              <a:rPr lang="ko-KR" altLang="en-US" sz="1400" dirty="0"/>
              <a:t>볼 판정</a:t>
            </a:r>
            <a:endParaRPr lang="en-US" altLang="ko-KR" sz="1400" dirty="0"/>
          </a:p>
          <a:p>
            <a:pPr lvl="3"/>
            <a:r>
              <a:rPr lang="ko-KR" altLang="en-US" sz="1200" dirty="0"/>
              <a:t>같은 자리에 같은 숫자면 → 스트라이크</a:t>
            </a:r>
            <a:r>
              <a:rPr lang="en-US" altLang="ko-KR" sz="1200" dirty="0"/>
              <a:t>(Strike)</a:t>
            </a:r>
          </a:p>
          <a:p>
            <a:pPr lvl="3"/>
            <a:r>
              <a:rPr lang="ko-KR" altLang="en-US" sz="1200" dirty="0"/>
              <a:t>다른 자리에 있지만 숫자만 같으면 → 볼</a:t>
            </a:r>
            <a:r>
              <a:rPr lang="en-US" altLang="ko-KR" sz="1200" dirty="0"/>
              <a:t>(Ball)</a:t>
            </a:r>
            <a:endParaRPr lang="ko-KR" altLang="en-US" sz="1200" dirty="0"/>
          </a:p>
          <a:p>
            <a:pPr lvl="2"/>
            <a:r>
              <a:rPr lang="en-US" altLang="ko-KR" sz="1400" dirty="0"/>
              <a:t>3</a:t>
            </a:r>
            <a:r>
              <a:rPr lang="ko-KR" altLang="en-US" sz="1400" dirty="0"/>
              <a:t>개 모두 일치</a:t>
            </a:r>
            <a:r>
              <a:rPr lang="en-US" altLang="ko-KR" sz="1400" dirty="0"/>
              <a:t>: </a:t>
            </a:r>
            <a:r>
              <a:rPr lang="ko-KR" altLang="en-US" sz="1400" dirty="0"/>
              <a:t>게임 종료</a:t>
            </a:r>
            <a:endParaRPr lang="en-US" altLang="ko-KR" sz="1400" dirty="0"/>
          </a:p>
          <a:p>
            <a:pPr lvl="1"/>
            <a:r>
              <a:rPr lang="ko-KR" altLang="en-US" sz="1800" dirty="0"/>
              <a:t>게임 결과 표시</a:t>
            </a:r>
            <a:endParaRPr lang="en-US" altLang="ko-KR" sz="1800" dirty="0"/>
          </a:p>
          <a:p>
            <a:pPr lvl="2"/>
            <a:r>
              <a:rPr lang="ko-KR" altLang="en-US" sz="1400" dirty="0"/>
              <a:t>실행 횟수</a:t>
            </a:r>
            <a:r>
              <a:rPr lang="en-US" altLang="ko-KR" sz="1400" dirty="0"/>
              <a:t>, </a:t>
            </a:r>
            <a:r>
              <a:rPr lang="ko-KR" altLang="en-US" sz="1400" dirty="0"/>
              <a:t>스트라이크 횟수</a:t>
            </a:r>
            <a:r>
              <a:rPr lang="en-US" altLang="ko-KR" sz="1400" dirty="0"/>
              <a:t>, </a:t>
            </a:r>
            <a:r>
              <a:rPr lang="ko-KR" altLang="en-US" sz="1400" dirty="0"/>
              <a:t>볼 횟수</a:t>
            </a:r>
            <a:endParaRPr lang="en-US" altLang="ko-KR" sz="1400" dirty="0"/>
          </a:p>
          <a:p>
            <a:pPr lvl="1"/>
            <a:r>
              <a:rPr lang="ko-KR" altLang="en-US" sz="1800" dirty="0"/>
              <a:t>보너스</a:t>
            </a:r>
            <a:r>
              <a:rPr lang="en-US" altLang="ko-KR" sz="1800" dirty="0"/>
              <a:t>: 'p'</a:t>
            </a:r>
            <a:r>
              <a:rPr lang="ko-KR" altLang="en-US" sz="1800" dirty="0"/>
              <a:t>키를 누르면 해당 판수 승리 판정</a:t>
            </a:r>
            <a:endParaRPr lang="en-US" altLang="ko-KR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226EA3-AEF4-9B3E-6E2E-12D0BB9FD4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808263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4948</TotalTime>
  <Words>667</Words>
  <Application>Microsoft Office PowerPoint</Application>
  <PresentationFormat>화면 슬라이드 쇼(4:3)</PresentationFormat>
  <Paragraphs>121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Wingdings</vt:lpstr>
      <vt:lpstr>가을체</vt:lpstr>
      <vt:lpstr>Arial</vt:lpstr>
      <vt:lpstr>굴림</vt:lpstr>
      <vt:lpstr>HY견고딕</vt:lpstr>
      <vt:lpstr>나눔바른고딕</vt:lpstr>
      <vt:lpstr>기본 디자인</vt:lpstr>
      <vt:lpstr>90. 집중 과제</vt:lpstr>
      <vt:lpstr>1차 집중 과제</vt:lpstr>
      <vt:lpstr>1차 집중 과제</vt:lpstr>
      <vt:lpstr>1차 집중 과제</vt:lpstr>
      <vt:lpstr>1차 집중 과제</vt:lpstr>
      <vt:lpstr>2차 집중 과제</vt:lpstr>
      <vt:lpstr>2차 집중 과제</vt:lpstr>
      <vt:lpstr>2차 집중 과제</vt:lpstr>
      <vt:lpstr>2차 집중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233</cp:revision>
  <dcterms:created xsi:type="dcterms:W3CDTF">2003-11-30T16:03:20Z</dcterms:created>
  <dcterms:modified xsi:type="dcterms:W3CDTF">2026-04-21T14:21:19Z</dcterms:modified>
</cp:coreProperties>
</file>