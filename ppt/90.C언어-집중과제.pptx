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72" r:id="rId2"/>
    <p:sldId id="279" r:id="rId3"/>
    <p:sldId id="278" r:id="rId4"/>
    <p:sldId id="273" r:id="rId5"/>
    <p:sldId id="277" r:id="rId6"/>
    <p:sldId id="280" r:id="rId7"/>
    <p:sldId id="274" r:id="rId8"/>
    <p:sldId id="275" r:id="rId9"/>
    <p:sldId id="276" r:id="rId10"/>
  </p:sldIdLst>
  <p:sldSz cx="9144000" cy="6858000" type="screen4x3"/>
  <p:notesSz cx="6858000" cy="9144000"/>
  <p:embeddedFontLst>
    <p:embeddedFont>
      <p:font typeface="HY견고딕" panose="02030600000101010101" pitchFamily="18" charset="-127"/>
      <p:regular r:id="rId12"/>
    </p:embeddedFont>
    <p:embeddedFont>
      <p:font typeface="가을체" panose="02030600000101010101" pitchFamily="18" charset="-127"/>
      <p:regular r:id="rId13"/>
    </p:embeddedFont>
  </p:embeddedFontLst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890">
          <p15:clr>
            <a:srgbClr val="A4A3A4"/>
          </p15:clr>
        </p15:guide>
        <p15:guide id="3" orient="horz" pos="1026">
          <p15:clr>
            <a:srgbClr val="A4A3A4"/>
          </p15:clr>
        </p15:guide>
        <p15:guide id="4" pos="930">
          <p15:clr>
            <a:srgbClr val="A4A3A4"/>
          </p15:clr>
        </p15:guide>
        <p15:guide id="5" pos="476">
          <p15:clr>
            <a:srgbClr val="A4A3A4"/>
          </p15:clr>
        </p15:guide>
        <p15:guide id="6" pos="2880">
          <p15:clr>
            <a:srgbClr val="A4A3A4"/>
          </p15:clr>
        </p15:guide>
        <p15:guide id="7" pos="4105">
          <p15:clr>
            <a:srgbClr val="A4A3A4"/>
          </p15:clr>
        </p15:guide>
        <p15:guide id="8" pos="1519">
          <p15:clr>
            <a:srgbClr val="A4A3A4"/>
          </p15:clr>
        </p15:guide>
        <p15:guide id="9" pos="703">
          <p15:clr>
            <a:srgbClr val="A4A3A4"/>
          </p15:clr>
        </p15:guide>
        <p15:guide id="10" pos="1927">
          <p15:clr>
            <a:srgbClr val="A4A3A4"/>
          </p15:clr>
        </p15:guide>
        <p15:guide id="11" pos="52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F00FF"/>
    <a:srgbClr val="CCFFFF"/>
    <a:srgbClr val="FFFFCC"/>
    <a:srgbClr val="CCFFCC"/>
    <a:srgbClr val="0000FF"/>
    <a:srgbClr val="CC00CC"/>
    <a:srgbClr val="CC0000"/>
    <a:srgbClr val="FF9900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4232" autoAdjust="0"/>
    <p:restoredTop sz="94582" autoAdjust="0"/>
  </p:normalViewPr>
  <p:slideViewPr>
    <p:cSldViewPr>
      <p:cViewPr varScale="1">
        <p:scale>
          <a:sx n="127" d="100"/>
          <a:sy n="127" d="100"/>
        </p:scale>
        <p:origin x="1818" y="120"/>
      </p:cViewPr>
      <p:guideLst>
        <p:guide orient="horz" pos="663"/>
        <p:guide orient="horz" pos="890"/>
        <p:guide orient="horz" pos="1026"/>
        <p:guide pos="930"/>
        <p:guide pos="476"/>
        <p:guide pos="2880"/>
        <p:guide pos="4105"/>
        <p:guide pos="1519"/>
        <p:guide pos="703"/>
        <p:guide pos="1927"/>
        <p:guide pos="52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DFEAAA5C-C825-F211-4555-838EAD1EF7D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B9AE1081-B5AC-071C-6CEC-9BAFC2815F81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5A689FD-F862-5A62-D896-25380442080E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05" name="Rectangle 5">
            <a:extLst>
              <a:ext uri="{FF2B5EF4-FFF2-40B4-BE49-F238E27FC236}">
                <a16:creationId xmlns:a16="http://schemas.microsoft.com/office/drawing/2014/main" id="{AB15EF12-78DA-289E-9010-DC12C506F352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25606" name="Rectangle 6">
            <a:extLst>
              <a:ext uri="{FF2B5EF4-FFF2-40B4-BE49-F238E27FC236}">
                <a16:creationId xmlns:a16="http://schemas.microsoft.com/office/drawing/2014/main" id="{31BE94B4-C843-3460-16B0-CB247AC3FF8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latinLnBrk="1" hangingPunct="1">
              <a:defRPr sz="1200"/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25607" name="Rectangle 7">
            <a:extLst>
              <a:ext uri="{FF2B5EF4-FFF2-40B4-BE49-F238E27FC236}">
                <a16:creationId xmlns:a16="http://schemas.microsoft.com/office/drawing/2014/main" id="{7AA30F0E-F947-FF5A-C02F-9F167861744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0436CD0A-C45C-48B2-840A-644A5311C024}" type="slidenum">
              <a:rPr lang="en-US" altLang="ko-KR"/>
              <a:pPr>
                <a:defRPr/>
              </a:pPr>
              <a:t>‹#›</a:t>
            </a:fld>
            <a:endParaRPr lang="en-US" altLang="ko-K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400" b="1" baseline="0">
                <a:solidFill>
                  <a:schemeClr val="tx1"/>
                </a:solidFill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4463E7D-6CF5-A69D-FEE1-A0E846BF2525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81369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496746" cy="476250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07504" y="692150"/>
            <a:ext cx="8928992" cy="5832475"/>
          </a:xfrm>
        </p:spPr>
        <p:txBody>
          <a:bodyPr/>
          <a:lstStyle>
            <a:lvl1pPr>
              <a:defRPr b="1"/>
            </a:lvl1pPr>
            <a:lvl2pPr>
              <a:defRPr b="1"/>
            </a:lvl2pPr>
            <a:lvl3pPr>
              <a:defRPr b="1"/>
            </a:lvl3pPr>
            <a:lvl4pPr>
              <a:defRPr b="1"/>
            </a:lvl4pPr>
            <a:lvl5pPr>
              <a:defRPr b="1"/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9F26C576-5565-6264-22AA-2BB03D87E816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57710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59606878-4889-ED74-2806-393283543ED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1526889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FB12915-6590-1611-DC73-A3C4D4D7D3C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685084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FFDB16E4-710B-C0D0-5DC5-AC5574B119A9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82970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7">
            <a:extLst>
              <a:ext uri="{FF2B5EF4-FFF2-40B4-BE49-F238E27FC236}">
                <a16:creationId xmlns:a16="http://schemas.microsoft.com/office/drawing/2014/main" id="{B35F4E02-3E57-4043-6B25-977E6BC2371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39689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7">
            <a:extLst>
              <a:ext uri="{FF2B5EF4-FFF2-40B4-BE49-F238E27FC236}">
                <a16:creationId xmlns:a16="http://schemas.microsoft.com/office/drawing/2014/main" id="{A9333F62-0F41-D606-9D32-6CC1E71602D8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3479165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74336CA5-053A-5CDF-4BA7-58AAC8BF72B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52841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8630D78-9295-14E8-BEEC-30BC0BD0D942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636097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363C36C6-82E3-D375-4E9D-327B22058393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394189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50050" y="44450"/>
            <a:ext cx="2070100" cy="648017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539750" y="44450"/>
            <a:ext cx="6057900" cy="648017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78439CE0-BF57-123F-383B-42C6D20A212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455119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제목, 텍스트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39750" y="44450"/>
            <a:ext cx="8280400" cy="476250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sz="half" idx="1"/>
          </p:nvPr>
        </p:nvSpPr>
        <p:spPr>
          <a:xfrm>
            <a:off x="5397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756150" y="692150"/>
            <a:ext cx="4064000" cy="58324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90FD249B-01D5-6E54-F5A8-24B84E12DEED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01488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4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768ACAB8-646C-F841-1FB4-1640A0D2F48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539750" y="44450"/>
            <a:ext cx="8280400" cy="4762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CBBB7895-F21F-0782-4861-C09980CF2C9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692150"/>
            <a:ext cx="8280400" cy="5832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6D7D912A-A8CC-BFF5-0C98-6573F9DD1B4C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821238" y="6597650"/>
            <a:ext cx="3927475" cy="2603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00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defRPr>
            </a:lvl1pPr>
          </a:lstStyle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  <p:sp>
        <p:nvSpPr>
          <p:cNvPr id="1029" name="Rectangle 8">
            <a:extLst>
              <a:ext uri="{FF2B5EF4-FFF2-40B4-BE49-F238E27FC236}">
                <a16:creationId xmlns:a16="http://schemas.microsoft.com/office/drawing/2014/main" id="{E8D14161-CBEC-EDDC-D3DB-3F18CA262A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11950" y="44450"/>
            <a:ext cx="2397125" cy="404813"/>
          </a:xfrm>
          <a:prstGeom prst="rect">
            <a:avLst/>
          </a:prstGeom>
          <a:noFill/>
          <a:ln>
            <a:noFill/>
          </a:ln>
          <a:effectLst/>
        </p:spPr>
        <p:txBody>
          <a:bodyPr/>
          <a:lstStyle>
            <a:lvl1pPr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1pPr>
            <a:lvl2pPr marL="742950" indent="-28575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2pPr>
            <a:lvl3pPr marL="11430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3pPr>
            <a:lvl4pPr marL="16002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4pPr>
            <a:lvl5pPr marL="2057400" indent="-228600" latinLnBrk="1"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굴림" panose="020B0600000101010101" pitchFamily="50" charset="-127"/>
                <a:ea typeface="굴림" panose="020B0600000101010101" pitchFamily="50" charset="-127"/>
              </a:defRPr>
            </a:lvl9pPr>
          </a:lstStyle>
          <a:p>
            <a:pPr algn="r" eaLnBrk="1" hangingPunct="1">
              <a:defRPr/>
            </a:pPr>
            <a:r>
              <a:rPr lang="en-US" altLang="ko-KR" sz="900" b="1" dirty="0">
                <a:solidFill>
                  <a:schemeClr val="bg2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Heesung Oh</a:t>
            </a:r>
            <a:endParaRPr lang="en-US" altLang="ko-KR" sz="900" dirty="0">
              <a:solidFill>
                <a:schemeClr val="bg2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  <a:p>
            <a:pPr algn="r" eaLnBrk="1" hangingPunct="1">
              <a:defRPr/>
            </a:pPr>
            <a:r>
              <a:rPr lang="en-US" altLang="ko-KR" sz="800" dirty="0">
                <a:solidFill>
                  <a:schemeClr val="bg2"/>
                </a:solidFill>
              </a:rPr>
              <a:t>Copyright All rights reserved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kumimoji="1" sz="28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800" b="1">
          <a:solidFill>
            <a:schemeClr val="bg1"/>
          </a:solidFill>
          <a:latin typeface="가을체" panose="02030600000101010101" pitchFamily="18" charset="-127"/>
          <a:ea typeface="가을체" panose="02030600000101010101" pitchFamily="18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Font typeface="Wingdings" panose="05000000000000000000" pitchFamily="2" charset="2"/>
        <a:buChar char="l"/>
        <a:defRPr kumimoji="1" sz="28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Clr>
          <a:srgbClr val="CC00CC"/>
        </a:buClr>
        <a:buSzPct val="80000"/>
        <a:buFont typeface="Wingdings" panose="05000000000000000000" pitchFamily="2" charset="2"/>
        <a:buChar char="u"/>
        <a:defRPr kumimoji="1" sz="2400" b="1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9900"/>
        </a:buClr>
        <a:buSzPct val="80000"/>
        <a:buFont typeface="Wingdings" panose="05000000000000000000" pitchFamily="2" charset="2"/>
        <a:buChar char="l"/>
        <a:defRPr kumimoji="1" sz="2000" b="1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0000FF"/>
        </a:buClr>
        <a:buSzPct val="140000"/>
        <a:buFont typeface="Wingdings" panose="05000000000000000000" pitchFamily="2" charset="2"/>
        <a:buChar char="§"/>
        <a:defRPr kumimoji="1" b="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Clr>
          <a:srgbClr val="CC0000"/>
        </a:buClr>
        <a:buSzPct val="90000"/>
        <a:buFont typeface="Wingdings" panose="05000000000000000000" pitchFamily="2" charset="2"/>
        <a:buChar char="v"/>
        <a:defRPr kumimoji="1" sz="1600" b="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3dapi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A2FC0D-1C2C-37AA-7CB1-C3D3229737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/>
              <a:t>90. </a:t>
            </a:r>
            <a:r>
              <a:rPr lang="ko-KR" altLang="en-US"/>
              <a:t>집중 </a:t>
            </a:r>
            <a:r>
              <a:rPr lang="ko-KR" altLang="en-US" dirty="0"/>
              <a:t>과제</a:t>
            </a:r>
            <a:endParaRPr lang="ko-KR" altLang="en-US" sz="28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214EB79-AD88-258F-4E8F-24B268B482B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Heesung Oh</a:t>
            </a:r>
          </a:p>
          <a:p>
            <a:r>
              <a:rPr lang="en-US" altLang="ko-KR" dirty="0">
                <a:hlinkClick r:id="rId2"/>
              </a:rPr>
              <a:t>https://github.com/3dapi</a:t>
            </a:r>
            <a:r>
              <a:rPr lang="en-US" altLang="ko-KR" dirty="0"/>
              <a:t> </a:t>
            </a:r>
            <a:endParaRPr lang="ko-KR" altLang="en-US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99B9F4-4800-F14C-8C36-B879D7464FB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68650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EB3BC-21E8-FF4B-E1B9-2FB6A7314E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53D351-4075-F9BB-C0CC-1C49FE47EE3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3600" dirty="0"/>
              <a:t>1</a:t>
            </a:r>
            <a:r>
              <a:rPr lang="ko-KR" altLang="en-US" sz="3600" dirty="0"/>
              <a:t>차 집중 과제</a:t>
            </a:r>
            <a:endParaRPr lang="ko-KR" altLang="en-US" sz="2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7892195-2D1F-65E4-01DC-1E48C8D8FE0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/>
              <a:t>Up/Down</a:t>
            </a:r>
          </a:p>
          <a:p>
            <a:r>
              <a:rPr lang="ko-KR" altLang="en-US" dirty="0"/>
              <a:t>가위</a:t>
            </a:r>
            <a:r>
              <a:rPr lang="en-US" altLang="ko-KR" dirty="0"/>
              <a:t>/</a:t>
            </a:r>
            <a:r>
              <a:rPr lang="ko-KR" altLang="en-US" dirty="0"/>
              <a:t>바위</a:t>
            </a:r>
            <a:r>
              <a:rPr lang="en-US" altLang="ko-KR" dirty="0"/>
              <a:t>/</a:t>
            </a:r>
            <a:r>
              <a:rPr lang="ko-KR" altLang="en-US" dirty="0"/>
              <a:t>보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33EC905-758E-92BF-7950-76F6D80B6D1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41086088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126AAB-D67C-EAE3-3DCE-B19C6891D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897A95-6F62-7F9B-AD4A-9F36A7A56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5ABD74-1C5B-732F-58A8-AA55FED863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공통 조건</a:t>
            </a:r>
          </a:p>
          <a:p>
            <a:pPr lvl="1"/>
            <a:r>
              <a:rPr lang="ko-KR" altLang="en-US" sz="1800" dirty="0"/>
              <a:t>컴파일 오류 없이 실행</a:t>
            </a:r>
          </a:p>
          <a:p>
            <a:pPr lvl="1"/>
            <a:r>
              <a:rPr lang="ko-KR" altLang="en-US" sz="1800" dirty="0"/>
              <a:t>안내 메시지 포함</a:t>
            </a:r>
          </a:p>
          <a:p>
            <a:pPr lvl="1"/>
            <a:r>
              <a:rPr lang="ko-KR" altLang="en-US" sz="1800" dirty="0"/>
              <a:t>비속어 금지</a:t>
            </a:r>
          </a:p>
          <a:p>
            <a:pPr lvl="1"/>
            <a:r>
              <a:rPr lang="en-US" altLang="ko-KR" sz="1800" dirty="0"/>
              <a:t>main </a:t>
            </a:r>
            <a:r>
              <a:rPr lang="ko-KR" altLang="en-US" sz="1800" dirty="0"/>
              <a:t>밖에서 구현 로직 작성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선언 </a:t>
            </a:r>
            <a:r>
              <a:rPr lang="en-US" altLang="ko-KR" sz="1800" dirty="0"/>
              <a:t>/ </a:t>
            </a:r>
            <a:r>
              <a:rPr lang="ko-KR" altLang="en-US" sz="1800" dirty="0"/>
              <a:t>구현 분리</a:t>
            </a:r>
            <a:endParaRPr lang="en-US" altLang="ko-KR" sz="1800" dirty="0"/>
          </a:p>
          <a:p>
            <a:pPr lvl="2"/>
            <a:endParaRPr lang="ko-KR" altLang="en-US" sz="1000" dirty="0"/>
          </a:p>
          <a:p>
            <a:r>
              <a:rPr lang="ko-KR" altLang="en-US" sz="2000" dirty="0"/>
              <a:t>명명 규칙</a:t>
            </a:r>
          </a:p>
          <a:p>
            <a:pPr lvl="1"/>
            <a:r>
              <a:rPr lang="ko-KR" altLang="en-US" sz="1800" dirty="0"/>
              <a:t>함수</a:t>
            </a:r>
            <a:r>
              <a:rPr lang="en-US" altLang="ko-KR" sz="1800" dirty="0"/>
              <a:t>: </a:t>
            </a:r>
            <a:r>
              <a:rPr lang="ko-KR" altLang="en-US" sz="1800" dirty="0"/>
              <a:t>파스칼 표기법</a:t>
            </a:r>
          </a:p>
          <a:p>
            <a:pPr lvl="1"/>
            <a:r>
              <a:rPr lang="ko-KR" altLang="en-US" sz="1800" dirty="0"/>
              <a:t>변수</a:t>
            </a:r>
            <a:r>
              <a:rPr lang="en-US" altLang="ko-KR" sz="1800" dirty="0"/>
              <a:t>: </a:t>
            </a:r>
            <a:r>
              <a:rPr lang="ko-KR" altLang="en-US" sz="1800" dirty="0"/>
              <a:t>카멜 표기법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1800" dirty="0"/>
              <a:t>제어문</a:t>
            </a:r>
          </a:p>
          <a:p>
            <a:pPr lvl="1"/>
            <a:r>
              <a:rPr lang="en-US" altLang="ko-KR" sz="1600" dirty="0"/>
              <a:t>if–else </a:t>
            </a:r>
            <a:r>
              <a:rPr lang="ko-KR" altLang="en-US" sz="1600" dirty="0"/>
              <a:t>사용 권장</a:t>
            </a:r>
          </a:p>
          <a:p>
            <a:pPr lvl="1"/>
            <a:r>
              <a:rPr lang="en-US" altLang="ko-KR" sz="1600" dirty="0"/>
              <a:t>switch </a:t>
            </a:r>
            <a:r>
              <a:rPr lang="ko-KR" altLang="en-US" sz="1600" dirty="0"/>
              <a:t>사용 선택</a:t>
            </a:r>
            <a:endParaRPr lang="en-US" altLang="ko-KR" sz="1600" dirty="0"/>
          </a:p>
          <a:p>
            <a:pPr lvl="2"/>
            <a:endParaRPr lang="ko-KR" altLang="en-US" sz="1200" dirty="0"/>
          </a:p>
          <a:p>
            <a:r>
              <a:rPr lang="ko-KR" altLang="en-US" sz="1800" dirty="0"/>
              <a:t>필수 설정</a:t>
            </a:r>
          </a:p>
          <a:p>
            <a:pPr lvl="1"/>
            <a:r>
              <a:rPr lang="ko-KR" altLang="en-US" sz="1800" dirty="0"/>
              <a:t>헤더파일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stdio.h</a:t>
            </a:r>
            <a:r>
              <a:rPr lang="en-US" altLang="ko-KR" sz="1800" dirty="0"/>
              <a:t> / </a:t>
            </a:r>
            <a:r>
              <a:rPr lang="en-US" altLang="ko-KR" sz="1800" dirty="0" err="1">
                <a:solidFill>
                  <a:srgbClr val="CC00FF"/>
                </a:solidFill>
              </a:rPr>
              <a:t>stdlib.h</a:t>
            </a:r>
            <a:r>
              <a:rPr lang="en-US" altLang="ko-KR" sz="1800" dirty="0"/>
              <a:t> / </a:t>
            </a:r>
            <a:r>
              <a:rPr lang="en-US" altLang="ko-KR" sz="1800" dirty="0">
                <a:solidFill>
                  <a:srgbClr val="CC00FF"/>
                </a:solidFill>
              </a:rPr>
              <a:t>time.h</a:t>
            </a:r>
          </a:p>
          <a:p>
            <a:pPr lvl="1"/>
            <a:r>
              <a:rPr lang="en-US" altLang="ko-KR" sz="1800" dirty="0"/>
              <a:t>scanf </a:t>
            </a:r>
            <a:r>
              <a:rPr lang="ko-KR" altLang="en-US" sz="1800" dirty="0"/>
              <a:t>사용 시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_CRT_SECURE_NO_WARNINGS</a:t>
            </a:r>
          </a:p>
          <a:p>
            <a:pPr lvl="1"/>
            <a:r>
              <a:rPr lang="ko-KR" altLang="en-US" sz="1800" dirty="0"/>
              <a:t>난수 </a:t>
            </a:r>
            <a:r>
              <a:rPr lang="en-US" altLang="ko-KR" sz="1800" dirty="0"/>
              <a:t>seed: </a:t>
            </a:r>
            <a:r>
              <a:rPr lang="ko-KR" altLang="en-US" sz="1800" dirty="0"/>
              <a:t>프로그램 시작 시 </a:t>
            </a:r>
            <a:r>
              <a:rPr lang="en-US" altLang="ko-KR" sz="1800" dirty="0"/>
              <a:t>1</a:t>
            </a:r>
            <a:r>
              <a:rPr lang="ko-KR" altLang="en-US" sz="1800" dirty="0"/>
              <a:t>회</a:t>
            </a:r>
            <a:endParaRPr lang="en-US" altLang="ko-KR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711B72C-2EDC-52DB-057F-42D23576D0D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15673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3F9540-6669-5CDA-78BF-4F9AF3967F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CA56B1-FED6-471B-3FDB-9DA89B9D3E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</a:t>
            </a:r>
            <a:r>
              <a:rPr lang="en-US" altLang="ko-KR" sz="2400" dirty="0"/>
              <a:t>1: Up/Down </a:t>
            </a:r>
            <a:r>
              <a:rPr lang="ko-KR" altLang="en-US" sz="2400" dirty="0"/>
              <a:t>게임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단판승</a:t>
            </a:r>
            <a:r>
              <a:rPr lang="en-US" altLang="ko-KR" sz="2400" dirty="0"/>
              <a:t>)</a:t>
            </a:r>
            <a:endParaRPr lang="ko-KR" altLang="en-US" sz="2000" dirty="0"/>
          </a:p>
          <a:p>
            <a:r>
              <a:rPr lang="ko-KR" altLang="en-US" sz="2400" dirty="0"/>
              <a:t>진행</a:t>
            </a:r>
            <a:endParaRPr lang="ko-KR" altLang="en-US" sz="2000" dirty="0"/>
          </a:p>
          <a:p>
            <a:pPr lvl="1"/>
            <a:r>
              <a:rPr lang="en-US" altLang="ko-KR" sz="2000" dirty="0"/>
              <a:t>[1, 99] </a:t>
            </a:r>
            <a:r>
              <a:rPr lang="ko-KR" altLang="en-US" sz="2000" dirty="0"/>
              <a:t>사이 정수 랜덤으로 생성</a:t>
            </a:r>
            <a:endParaRPr lang="en-US" altLang="ko-KR" sz="2000" dirty="0"/>
          </a:p>
          <a:p>
            <a:pPr lvl="1"/>
            <a:r>
              <a:rPr lang="ko-KR" altLang="en-US" sz="2000" dirty="0"/>
              <a:t>최대 </a:t>
            </a:r>
            <a:r>
              <a:rPr lang="en-US" altLang="ko-KR" sz="2000" dirty="0"/>
              <a:t>6</a:t>
            </a:r>
            <a:r>
              <a:rPr lang="ko-KR" altLang="en-US" sz="2000" dirty="0"/>
              <a:t>번까지 숫자를 입력 정답 맞추기</a:t>
            </a:r>
            <a:endParaRPr lang="en-US" altLang="ko-KR" sz="2000" dirty="0"/>
          </a:p>
          <a:p>
            <a:pPr lvl="1"/>
            <a:r>
              <a:rPr lang="ko-KR" altLang="en-US" sz="2000" dirty="0"/>
              <a:t>입력한 숫자 처리</a:t>
            </a:r>
            <a:endParaRPr lang="en-US" altLang="ko-KR" sz="2000" dirty="0"/>
          </a:p>
          <a:p>
            <a:pPr lvl="2"/>
            <a:r>
              <a:rPr lang="ko-KR" altLang="en-US" sz="1800" dirty="0"/>
              <a:t>정답보다 크면 </a:t>
            </a:r>
            <a:r>
              <a:rPr lang="en-US" altLang="ko-KR" sz="1800" dirty="0"/>
              <a:t>"UP" </a:t>
            </a:r>
            <a:r>
              <a:rPr lang="ko-KR" altLang="en-US" sz="1800" dirty="0"/>
              <a:t>을 출력</a:t>
            </a:r>
            <a:endParaRPr lang="en-US" altLang="ko-KR" sz="1800" dirty="0"/>
          </a:p>
          <a:p>
            <a:pPr lvl="2"/>
            <a:r>
              <a:rPr lang="ko-KR" altLang="en-US" sz="1800" dirty="0"/>
              <a:t>작으면 </a:t>
            </a:r>
            <a:r>
              <a:rPr lang="en-US" altLang="ko-KR" sz="1800" dirty="0"/>
              <a:t>"DOWN"</a:t>
            </a:r>
            <a:r>
              <a:rPr lang="ko-KR" altLang="en-US" sz="1800" dirty="0"/>
              <a:t>을 출력</a:t>
            </a:r>
            <a:endParaRPr lang="en-US" altLang="ko-KR" sz="1800" dirty="0"/>
          </a:p>
          <a:p>
            <a:pPr lvl="1"/>
            <a:r>
              <a:rPr lang="en-US" altLang="ko-KR" sz="2000" dirty="0"/>
              <a:t>'Q'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'q'</a:t>
            </a:r>
            <a:r>
              <a:rPr lang="ko-KR" altLang="en-US" sz="2000" dirty="0"/>
              <a:t>를 입력하면 프로그램을 종료</a:t>
            </a:r>
            <a:endParaRPr lang="en-US" altLang="ko-KR" sz="2000" dirty="0"/>
          </a:p>
          <a:p>
            <a:r>
              <a:rPr lang="en-US" altLang="ko-KR" sz="2400" dirty="0"/>
              <a:t> </a:t>
            </a:r>
            <a:r>
              <a:rPr lang="ko-KR" altLang="en-US" sz="2400" dirty="0"/>
              <a:t>출력 형식</a:t>
            </a:r>
            <a:endParaRPr lang="ko-KR" altLang="en-US" sz="2000" dirty="0"/>
          </a:p>
          <a:p>
            <a:pPr lvl="1"/>
            <a:r>
              <a:rPr lang="ko-KR" altLang="en-US" sz="2000" dirty="0"/>
              <a:t>당신의 승리입니다</a:t>
            </a:r>
            <a:r>
              <a:rPr lang="en-US" altLang="ko-KR" sz="2000" dirty="0"/>
              <a:t>!. /</a:t>
            </a:r>
            <a:r>
              <a:rPr lang="ko-KR" altLang="en-US" sz="2000" dirty="0"/>
              <a:t>당신은 패배했습니다</a:t>
            </a:r>
            <a:r>
              <a:rPr lang="en-US" altLang="ko-KR" sz="2000" dirty="0"/>
              <a:t>.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3520F2D-687B-70A1-78EF-638E75AC159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056761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CF00-0900-AC03-4C71-0156249DD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F828E8-ABB2-8317-BE45-C3791FA739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1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6006FBF-72E3-32DE-6F7F-830679DEFD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</a:t>
            </a:r>
            <a:r>
              <a:rPr lang="en-US" altLang="ko-KR" sz="2400" dirty="0"/>
              <a:t>2: </a:t>
            </a:r>
            <a:r>
              <a:rPr lang="ko-KR" altLang="en-US" sz="2400" dirty="0"/>
              <a:t>가위바위보 게임 </a:t>
            </a:r>
            <a:r>
              <a:rPr lang="en-US" altLang="ko-KR" sz="2400" dirty="0"/>
              <a:t>(</a:t>
            </a:r>
            <a:r>
              <a:rPr lang="ko-KR" altLang="en-US" sz="2400" dirty="0" err="1"/>
              <a:t>단판승</a:t>
            </a:r>
            <a:r>
              <a:rPr lang="en-US" altLang="ko-KR" sz="2400" dirty="0"/>
              <a:t>)</a:t>
            </a:r>
          </a:p>
          <a:p>
            <a:r>
              <a:rPr lang="ko-KR" altLang="en-US" sz="2400" dirty="0"/>
              <a:t>진행</a:t>
            </a:r>
            <a:endParaRPr lang="en-US" altLang="ko-KR" sz="2400" dirty="0"/>
          </a:p>
          <a:p>
            <a:pPr lvl="1"/>
            <a:r>
              <a:rPr lang="ko-KR" altLang="en-US" sz="2000" dirty="0"/>
              <a:t>바위 </a:t>
            </a:r>
            <a:r>
              <a:rPr lang="en-US" altLang="ko-KR" sz="2000" dirty="0"/>
              <a:t>= 1, </a:t>
            </a:r>
            <a:r>
              <a:rPr lang="ko-KR" altLang="en-US" sz="2000" dirty="0"/>
              <a:t>가위 </a:t>
            </a:r>
            <a:r>
              <a:rPr lang="en-US" altLang="ko-KR" sz="2000" dirty="0"/>
              <a:t>= 2, </a:t>
            </a:r>
            <a:r>
              <a:rPr lang="ko-KR" altLang="en-US" sz="2000" dirty="0"/>
              <a:t>보 </a:t>
            </a:r>
            <a:r>
              <a:rPr lang="en-US" altLang="ko-KR" sz="2000" dirty="0"/>
              <a:t>= 3 </a:t>
            </a:r>
            <a:r>
              <a:rPr lang="ko-KR" altLang="en-US" sz="2000" dirty="0"/>
              <a:t>랜덤으로 생성</a:t>
            </a:r>
            <a:endParaRPr lang="en-US" altLang="ko-KR" sz="2000" dirty="0"/>
          </a:p>
          <a:p>
            <a:pPr lvl="1"/>
            <a:r>
              <a:rPr lang="ko-KR" altLang="en-US" sz="2000" dirty="0"/>
              <a:t>사용자가 </a:t>
            </a:r>
            <a:r>
              <a:rPr lang="en-US" altLang="ko-KR" sz="2000" dirty="0"/>
              <a:t>1, 2, 3 </a:t>
            </a:r>
            <a:r>
              <a:rPr lang="ko-KR" altLang="en-US" sz="2000" dirty="0"/>
              <a:t>이외에 값을 선택하면 패배로 출력</a:t>
            </a:r>
            <a:endParaRPr lang="en-US" altLang="ko-KR" sz="2000" dirty="0"/>
          </a:p>
          <a:p>
            <a:pPr lvl="1"/>
            <a:r>
              <a:rPr lang="en-US" altLang="ko-KR" sz="2000" dirty="0"/>
              <a:t>'Q' </a:t>
            </a:r>
            <a:r>
              <a:rPr lang="ko-KR" altLang="en-US" sz="2000" dirty="0"/>
              <a:t>또는 </a:t>
            </a:r>
            <a:r>
              <a:rPr lang="en-US" altLang="ko-KR" sz="2000" dirty="0"/>
              <a:t>'q'</a:t>
            </a:r>
            <a:r>
              <a:rPr lang="ko-KR" altLang="en-US" sz="2000" dirty="0"/>
              <a:t>를 입력하면 프로그램 종료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400" dirty="0"/>
              <a:t>입력 형식</a:t>
            </a:r>
            <a:endParaRPr lang="ko-KR" altLang="en-US" sz="1800" dirty="0"/>
          </a:p>
          <a:p>
            <a:pPr lvl="1"/>
            <a:r>
              <a:rPr lang="ko-KR" altLang="en-US" sz="2000" dirty="0"/>
              <a:t>다음 문구를 그대로 출력한 뒤 사용자 입력을 받는다</a:t>
            </a:r>
            <a:r>
              <a:rPr lang="en-US" altLang="ko-KR" sz="2000" dirty="0"/>
              <a:t>:</a:t>
            </a:r>
          </a:p>
          <a:p>
            <a:pPr lvl="1"/>
            <a:r>
              <a:rPr lang="ko-KR" altLang="en-US" sz="2000" dirty="0"/>
              <a:t>가위바위보 게임입니다</a:t>
            </a:r>
            <a:r>
              <a:rPr lang="en-US" altLang="ko-KR" sz="2000" dirty="0"/>
              <a:t>. (1: </a:t>
            </a:r>
            <a:r>
              <a:rPr lang="ko-KR" altLang="en-US" sz="2000" dirty="0"/>
              <a:t>바위</a:t>
            </a:r>
            <a:r>
              <a:rPr lang="en-US" altLang="ko-KR" sz="2000" dirty="0"/>
              <a:t>, 2: </a:t>
            </a:r>
            <a:r>
              <a:rPr lang="ko-KR" altLang="en-US" sz="2000" dirty="0"/>
              <a:t>가위</a:t>
            </a:r>
            <a:r>
              <a:rPr lang="en-US" altLang="ko-KR" sz="2000" dirty="0"/>
              <a:t>, 3: </a:t>
            </a:r>
            <a:r>
              <a:rPr lang="ko-KR" altLang="en-US" sz="2000" dirty="0"/>
              <a:t>보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당신의 선택은</a:t>
            </a:r>
            <a:r>
              <a:rPr lang="en-US" altLang="ko-KR" sz="2000" dirty="0"/>
              <a:t>? </a:t>
            </a:r>
            <a:endParaRPr lang="en-US" altLang="ko-KR" sz="1800" dirty="0"/>
          </a:p>
          <a:p>
            <a:pPr lvl="2"/>
            <a:endParaRPr lang="en-US" altLang="ko-KR" sz="1200" dirty="0"/>
          </a:p>
          <a:p>
            <a:r>
              <a:rPr lang="en-US" altLang="ko-KR" sz="2400" dirty="0"/>
              <a:t> </a:t>
            </a:r>
            <a:r>
              <a:rPr lang="ko-KR" altLang="en-US" sz="2400" dirty="0"/>
              <a:t>출력 형식</a:t>
            </a:r>
            <a:endParaRPr lang="ko-KR" altLang="en-US" sz="1800" dirty="0"/>
          </a:p>
          <a:p>
            <a:pPr lvl="1"/>
            <a:r>
              <a:rPr lang="ko-KR" altLang="en-US" sz="2000" dirty="0"/>
              <a:t>당신</a:t>
            </a:r>
            <a:r>
              <a:rPr lang="en-US" altLang="ko-KR" sz="2000" dirty="0"/>
              <a:t>: (</a:t>
            </a:r>
            <a:r>
              <a:rPr lang="ko-KR" altLang="en-US" sz="2000" dirty="0"/>
              <a:t>사용자 선택 값</a:t>
            </a:r>
            <a:r>
              <a:rPr lang="en-US" altLang="ko-KR" sz="2000" dirty="0"/>
              <a:t>), </a:t>
            </a:r>
            <a:r>
              <a:rPr lang="ko-KR" altLang="en-US" sz="2000" dirty="0"/>
              <a:t>컴퓨터</a:t>
            </a:r>
            <a:r>
              <a:rPr lang="en-US" altLang="ko-KR" sz="2000" dirty="0"/>
              <a:t>: (</a:t>
            </a:r>
            <a:r>
              <a:rPr lang="ko-KR" altLang="en-US" sz="2000" dirty="0"/>
              <a:t>컴퓨터 선택 값</a:t>
            </a:r>
            <a:r>
              <a:rPr lang="en-US" altLang="ko-KR" sz="2000" dirty="0"/>
              <a:t>)</a:t>
            </a:r>
          </a:p>
          <a:p>
            <a:pPr lvl="1"/>
            <a:r>
              <a:rPr lang="ko-KR" altLang="en-US" sz="2000" dirty="0"/>
              <a:t>당신의 승리입니다</a:t>
            </a:r>
            <a:r>
              <a:rPr lang="en-US" altLang="ko-KR" sz="2000" dirty="0"/>
              <a:t>!. /</a:t>
            </a:r>
            <a:r>
              <a:rPr lang="ko-KR" altLang="en-US" sz="2000" dirty="0"/>
              <a:t>당신은 패배했습니다</a:t>
            </a:r>
            <a:r>
              <a:rPr lang="en-US" altLang="ko-KR" sz="2000" dirty="0"/>
              <a:t>. / </a:t>
            </a:r>
            <a:r>
              <a:rPr lang="ko-KR" altLang="en-US" sz="2000" dirty="0"/>
              <a:t>비겼습니다</a:t>
            </a:r>
            <a:r>
              <a:rPr lang="en-US" altLang="ko-KR" sz="2000" dirty="0"/>
              <a:t>.</a:t>
            </a:r>
            <a:endParaRPr lang="en-US" altLang="ko-KR" sz="1800" dirty="0"/>
          </a:p>
          <a:p>
            <a:pPr lvl="1"/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5D412D7-85DF-146F-2C49-5933B1DC460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3778631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607291-25CC-6C89-A5E6-D909DBFC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3F9A27-C826-8E1F-56D8-81E40B9E37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sz="3600" dirty="0"/>
              <a:t>2</a:t>
            </a:r>
            <a:r>
              <a:rPr lang="ko-KR" altLang="en-US" sz="3600" dirty="0"/>
              <a:t>차 집중 과제</a:t>
            </a:r>
            <a:endParaRPr lang="ko-KR" altLang="en-US" sz="2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BE759CB-42FB-EEB5-43C1-777E9AB7396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 altLang="en-US" dirty="0" err="1"/>
              <a:t>별찍기</a:t>
            </a:r>
            <a:endParaRPr lang="en-US" altLang="ko-KR" dirty="0"/>
          </a:p>
          <a:p>
            <a:r>
              <a:rPr lang="en-US" altLang="ko-KR" dirty="0"/>
              <a:t>Up/Down 5</a:t>
            </a:r>
            <a:r>
              <a:rPr lang="ko-KR" altLang="en-US" dirty="0"/>
              <a:t>판 </a:t>
            </a:r>
            <a:r>
              <a:rPr lang="en-US" altLang="ko-KR" dirty="0"/>
              <a:t>3</a:t>
            </a:r>
            <a:r>
              <a:rPr lang="ko-KR" altLang="en-US" dirty="0"/>
              <a:t>선승</a:t>
            </a:r>
            <a:endParaRPr lang="en-US" altLang="ko-KR" dirty="0"/>
          </a:p>
          <a:p>
            <a:r>
              <a:rPr lang="ko-KR" altLang="en-US" dirty="0"/>
              <a:t>가위</a:t>
            </a:r>
            <a:r>
              <a:rPr lang="en-US" altLang="ko-KR" dirty="0"/>
              <a:t>/</a:t>
            </a:r>
            <a:r>
              <a:rPr lang="ko-KR" altLang="en-US" dirty="0"/>
              <a:t>바위</a:t>
            </a:r>
            <a:r>
              <a:rPr lang="en-US" altLang="ko-KR" dirty="0"/>
              <a:t>/</a:t>
            </a:r>
            <a:r>
              <a:rPr lang="ko-KR" altLang="en-US" dirty="0"/>
              <a:t>보</a:t>
            </a:r>
            <a:r>
              <a:rPr lang="en-US" altLang="ko-KR" dirty="0"/>
              <a:t> 5</a:t>
            </a:r>
            <a:r>
              <a:rPr lang="ko-KR" altLang="en-US" dirty="0"/>
              <a:t>판 </a:t>
            </a:r>
            <a:r>
              <a:rPr lang="en-US" altLang="ko-KR" dirty="0"/>
              <a:t>3</a:t>
            </a:r>
            <a:r>
              <a:rPr lang="ko-KR" altLang="en-US" dirty="0"/>
              <a:t>선승</a:t>
            </a:r>
            <a:endParaRPr lang="en-US" altLang="ko-KR" dirty="0"/>
          </a:p>
          <a:p>
            <a:r>
              <a:rPr lang="ko-KR" altLang="en-US" dirty="0"/>
              <a:t>숫자 야구</a:t>
            </a: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DFAF1A9-5D62-7310-8419-34D86E403A6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5742249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09758-9674-B590-F152-CFFAA1539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7649C0-9D93-4F47-A899-95F034492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73E35C6-3C08-C036-02FE-1E1E67042F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공통 조건</a:t>
            </a:r>
          </a:p>
          <a:p>
            <a:pPr lvl="1"/>
            <a:r>
              <a:rPr lang="ko-KR" altLang="en-US" sz="1800" dirty="0"/>
              <a:t>컴파일 오류 없이 실행</a:t>
            </a:r>
          </a:p>
          <a:p>
            <a:pPr lvl="1"/>
            <a:r>
              <a:rPr lang="ko-KR" altLang="en-US" sz="1800" dirty="0"/>
              <a:t>안내 메시지 포함</a:t>
            </a:r>
            <a:endParaRPr lang="en-US" altLang="ko-KR" sz="1800" dirty="0"/>
          </a:p>
          <a:p>
            <a:pPr lvl="1"/>
            <a:r>
              <a:rPr lang="ko-KR" altLang="en-US" sz="1800" dirty="0"/>
              <a:t>비속어 금지</a:t>
            </a:r>
          </a:p>
          <a:p>
            <a:pPr lvl="1"/>
            <a:r>
              <a:rPr lang="en-US" altLang="ko-KR" sz="1800" dirty="0"/>
              <a:t>main </a:t>
            </a:r>
            <a:r>
              <a:rPr lang="ko-KR" altLang="en-US" sz="1800" dirty="0"/>
              <a:t>밖에서 구현 로직 작성</a:t>
            </a:r>
            <a:r>
              <a:rPr lang="en-US" altLang="ko-KR" sz="1800" dirty="0"/>
              <a:t>, </a:t>
            </a:r>
            <a:r>
              <a:rPr lang="ko-KR" altLang="en-US" sz="1800" dirty="0"/>
              <a:t>함수 선언 </a:t>
            </a:r>
            <a:r>
              <a:rPr lang="en-US" altLang="ko-KR" sz="1800" dirty="0"/>
              <a:t>/ </a:t>
            </a:r>
            <a:r>
              <a:rPr lang="ko-KR" altLang="en-US" sz="1800" dirty="0"/>
              <a:t>구현 분리</a:t>
            </a:r>
            <a:endParaRPr lang="en-US" altLang="ko-KR" sz="1800" dirty="0"/>
          </a:p>
          <a:p>
            <a:pPr lvl="1"/>
            <a:r>
              <a:rPr lang="en-US" altLang="ko-KR" sz="1800" dirty="0"/>
              <a:t>'Q' </a:t>
            </a:r>
            <a:r>
              <a:rPr lang="ko-KR" altLang="en-US" sz="1800" dirty="0"/>
              <a:t>또는 </a:t>
            </a:r>
            <a:r>
              <a:rPr lang="en-US" altLang="ko-KR" sz="1800" dirty="0"/>
              <a:t>'q'</a:t>
            </a:r>
            <a:r>
              <a:rPr lang="ko-KR" altLang="en-US" sz="1800" dirty="0"/>
              <a:t>를 입력하면 프로그램 종료</a:t>
            </a:r>
            <a:endParaRPr lang="en-US" altLang="ko-KR" sz="1800" dirty="0"/>
          </a:p>
          <a:p>
            <a:pPr lvl="2"/>
            <a:endParaRPr lang="ko-KR" altLang="en-US" sz="1000" dirty="0"/>
          </a:p>
          <a:p>
            <a:r>
              <a:rPr lang="ko-KR" altLang="en-US" sz="2000" dirty="0"/>
              <a:t>명명 규칙</a:t>
            </a:r>
          </a:p>
          <a:p>
            <a:pPr lvl="1"/>
            <a:r>
              <a:rPr lang="ko-KR" altLang="en-US" sz="1800" dirty="0"/>
              <a:t>함수</a:t>
            </a:r>
            <a:r>
              <a:rPr lang="en-US" altLang="ko-KR" sz="1800" dirty="0"/>
              <a:t>: </a:t>
            </a:r>
            <a:r>
              <a:rPr lang="ko-KR" altLang="en-US" sz="1800" dirty="0"/>
              <a:t>파스칼 표기법</a:t>
            </a:r>
          </a:p>
          <a:p>
            <a:pPr lvl="1"/>
            <a:r>
              <a:rPr lang="ko-KR" altLang="en-US" sz="1800" dirty="0"/>
              <a:t>변수</a:t>
            </a:r>
            <a:r>
              <a:rPr lang="en-US" altLang="ko-KR" sz="1800" dirty="0"/>
              <a:t>: </a:t>
            </a:r>
            <a:r>
              <a:rPr lang="ko-KR" altLang="en-US" sz="1800" dirty="0"/>
              <a:t>카멜 표기법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필수 설정</a:t>
            </a:r>
          </a:p>
          <a:p>
            <a:pPr lvl="1"/>
            <a:r>
              <a:rPr lang="ko-KR" altLang="en-US" sz="1800" dirty="0"/>
              <a:t>헤더파일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stdio.h</a:t>
            </a:r>
            <a:r>
              <a:rPr lang="en-US" altLang="ko-KR" sz="1800" dirty="0"/>
              <a:t> / </a:t>
            </a:r>
            <a:r>
              <a:rPr lang="en-US" altLang="ko-KR" sz="1800" dirty="0" err="1">
                <a:solidFill>
                  <a:srgbClr val="CC00FF"/>
                </a:solidFill>
              </a:rPr>
              <a:t>stdlib.h</a:t>
            </a:r>
            <a:r>
              <a:rPr lang="en-US" altLang="ko-KR" sz="1800" dirty="0"/>
              <a:t> / </a:t>
            </a:r>
            <a:r>
              <a:rPr lang="en-US" altLang="ko-KR" sz="1800" dirty="0">
                <a:solidFill>
                  <a:srgbClr val="CC00FF"/>
                </a:solidFill>
              </a:rPr>
              <a:t>time.h</a:t>
            </a:r>
          </a:p>
          <a:p>
            <a:pPr lvl="1"/>
            <a:r>
              <a:rPr lang="en-US" altLang="ko-KR" sz="1800" dirty="0"/>
              <a:t>scanf </a:t>
            </a:r>
            <a:r>
              <a:rPr lang="ko-KR" altLang="en-US" sz="1800" dirty="0"/>
              <a:t>사용 시</a:t>
            </a:r>
            <a:r>
              <a:rPr lang="en-US" altLang="ko-KR" sz="1800" dirty="0"/>
              <a:t>: </a:t>
            </a:r>
            <a:r>
              <a:rPr lang="en-US" altLang="ko-KR" sz="1800" dirty="0">
                <a:solidFill>
                  <a:srgbClr val="CC00FF"/>
                </a:solidFill>
              </a:rPr>
              <a:t>_CRT_SECURE_NO_WARNINGS</a:t>
            </a:r>
          </a:p>
          <a:p>
            <a:pPr lvl="1"/>
            <a:r>
              <a:rPr lang="ko-KR" altLang="en-US" sz="1800" dirty="0"/>
              <a:t>난수 </a:t>
            </a:r>
            <a:r>
              <a:rPr lang="en-US" altLang="ko-KR" sz="1800" dirty="0"/>
              <a:t>seed - srand: </a:t>
            </a:r>
            <a:r>
              <a:rPr lang="ko-KR" altLang="en-US" sz="1800" dirty="0"/>
              <a:t>프로그램 시작 시 </a:t>
            </a:r>
            <a:r>
              <a:rPr lang="en-US" altLang="ko-KR" sz="1800" dirty="0"/>
              <a:t>1</a:t>
            </a:r>
            <a:r>
              <a:rPr lang="ko-KR" altLang="en-US" sz="1800" dirty="0"/>
              <a:t>회</a:t>
            </a:r>
            <a:endParaRPr lang="en-US" altLang="ko-KR" sz="1800" dirty="0"/>
          </a:p>
          <a:p>
            <a:pPr lvl="2"/>
            <a:endParaRPr lang="en-US" altLang="ko-KR" sz="1400" dirty="0"/>
          </a:p>
          <a:p>
            <a:r>
              <a:rPr lang="ko-KR" altLang="en-US" sz="2000" dirty="0"/>
              <a:t>제어문</a:t>
            </a:r>
          </a:p>
          <a:p>
            <a:pPr lvl="1"/>
            <a:r>
              <a:rPr lang="en-US" altLang="ko-KR" sz="1800" dirty="0"/>
              <a:t>if–else </a:t>
            </a:r>
            <a:r>
              <a:rPr lang="ko-KR" altLang="en-US" sz="1800" dirty="0"/>
              <a:t>권장</a:t>
            </a:r>
            <a:r>
              <a:rPr lang="en-US" altLang="ko-KR" sz="1800" dirty="0"/>
              <a:t>, switch </a:t>
            </a:r>
            <a:r>
              <a:rPr lang="ko-KR" altLang="en-US" sz="1800" dirty="0"/>
              <a:t>선택</a:t>
            </a:r>
            <a:endParaRPr lang="en-US" altLang="ko-KR" sz="32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9CA71B6-6F8C-3431-41C0-1D914E13C91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251013158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A8DE04-9A5A-3F52-C915-0E8EE42E2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C45A003-B92C-8448-7562-261806163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750D8E-3F31-12AA-D3A6-BE0C35D0ED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400" dirty="0"/>
              <a:t>과제 </a:t>
            </a:r>
            <a:r>
              <a:rPr lang="en-US" altLang="ko-KR" sz="2400" dirty="0"/>
              <a:t>1: </a:t>
            </a:r>
            <a:r>
              <a:rPr lang="ko-KR" altLang="en-US" sz="2400" dirty="0"/>
              <a:t>별 찍기 </a:t>
            </a:r>
            <a:r>
              <a:rPr lang="en-US" altLang="ko-KR" sz="2400" dirty="0"/>
              <a:t>: </a:t>
            </a:r>
            <a:r>
              <a:rPr lang="ko-KR" altLang="en-US" sz="2400" dirty="0"/>
              <a:t>다이아몬드</a:t>
            </a:r>
          </a:p>
          <a:p>
            <a:pPr lvl="1"/>
            <a:r>
              <a:rPr lang="ko-KR" altLang="en-US" sz="2000" dirty="0" err="1"/>
              <a:t>입력값</a:t>
            </a:r>
            <a:r>
              <a:rPr lang="ko-KR" altLang="en-US" sz="2000" dirty="0"/>
              <a:t> </a:t>
            </a:r>
            <a:r>
              <a:rPr lang="en-US" altLang="ko-KR" sz="2000" dirty="0"/>
              <a:t>7 </a:t>
            </a:r>
            <a:r>
              <a:rPr lang="ko-KR" altLang="en-US" sz="2000" dirty="0"/>
              <a:t>미만</a:t>
            </a:r>
            <a:r>
              <a:rPr lang="en-US" altLang="ko-KR" sz="2000" dirty="0"/>
              <a:t>: "</a:t>
            </a:r>
            <a:r>
              <a:rPr lang="ko-KR" altLang="en-US" sz="2000" dirty="0"/>
              <a:t>입력한 숫자가 너무 작다</a:t>
            </a:r>
            <a:r>
              <a:rPr lang="en-US" altLang="ko-KR" sz="2000" dirty="0"/>
              <a:t>"</a:t>
            </a:r>
            <a:r>
              <a:rPr lang="ko-KR" altLang="en-US" sz="2000" dirty="0"/>
              <a:t> 메시지 출력</a:t>
            </a:r>
            <a:r>
              <a:rPr lang="en-US" altLang="ko-KR" sz="2000" dirty="0"/>
              <a:t>,</a:t>
            </a:r>
            <a:r>
              <a:rPr lang="ko-KR" altLang="en-US" sz="2000" dirty="0"/>
              <a:t> 프로그램 종료</a:t>
            </a:r>
            <a:endParaRPr lang="ko-KR" altLang="en-US" sz="1800" dirty="0"/>
          </a:p>
          <a:p>
            <a:pPr lvl="1"/>
            <a:r>
              <a:rPr lang="ko-KR" altLang="en-US" sz="2000" dirty="0"/>
              <a:t>짝수 입력</a:t>
            </a:r>
            <a:r>
              <a:rPr lang="en-US" altLang="ko-KR" sz="2000" dirty="0"/>
              <a:t>: </a:t>
            </a:r>
            <a:r>
              <a:rPr lang="ko-KR" altLang="en-US" sz="2000" dirty="0"/>
              <a:t>입력한 짝수 보다 </a:t>
            </a:r>
            <a:r>
              <a:rPr lang="en-US" altLang="ko-KR" sz="2000" dirty="0"/>
              <a:t>1 </a:t>
            </a:r>
            <a:r>
              <a:rPr lang="ko-KR" altLang="en-US" sz="2000" dirty="0"/>
              <a:t>작은 홀수 사용</a:t>
            </a:r>
            <a:endParaRPr lang="ko-KR" altLang="en-US" dirty="0"/>
          </a:p>
          <a:p>
            <a:endParaRPr lang="en-US" altLang="ko-KR" sz="2400" dirty="0"/>
          </a:p>
          <a:p>
            <a:r>
              <a:rPr lang="ko-KR" altLang="en-US" sz="2400" dirty="0"/>
              <a:t>과제 </a:t>
            </a:r>
            <a:r>
              <a:rPr lang="en-US" altLang="ko-KR" sz="2400" dirty="0"/>
              <a:t>2: Up / Down </a:t>
            </a:r>
            <a:r>
              <a:rPr lang="ko-KR" altLang="en-US" sz="2400" dirty="0"/>
              <a:t>게임</a:t>
            </a:r>
          </a:p>
          <a:p>
            <a:pPr lvl="1"/>
            <a:r>
              <a:rPr lang="en-US" altLang="ko-KR" sz="2000" dirty="0"/>
              <a:t>[1,100] </a:t>
            </a:r>
            <a:r>
              <a:rPr lang="ko-KR" altLang="en-US" sz="2000" dirty="0"/>
              <a:t>랜덤 숫자 생성 해당 숫자를</a:t>
            </a:r>
            <a:r>
              <a:rPr lang="en-US" altLang="ko-KR" sz="2000" dirty="0"/>
              <a:t> 6</a:t>
            </a:r>
            <a:r>
              <a:rPr lang="ko-KR" altLang="en-US" sz="2000" dirty="0"/>
              <a:t>번 이내 정답 맞추기</a:t>
            </a:r>
          </a:p>
          <a:p>
            <a:pPr lvl="1"/>
            <a:r>
              <a:rPr lang="ko-KR" altLang="en-US" sz="2000" dirty="0"/>
              <a:t>진행 </a:t>
            </a:r>
            <a:r>
              <a:rPr lang="en-US" altLang="ko-KR" sz="2000" dirty="0"/>
              <a:t>/ </a:t>
            </a:r>
            <a:r>
              <a:rPr lang="ko-KR" altLang="en-US" sz="2000" dirty="0"/>
              <a:t>규칙</a:t>
            </a:r>
            <a:r>
              <a:rPr lang="en-US" altLang="ko-KR" sz="2000" dirty="0"/>
              <a:t>: 5</a:t>
            </a:r>
            <a:r>
              <a:rPr lang="ko-KR" altLang="en-US" sz="2000" dirty="0"/>
              <a:t>판 </a:t>
            </a:r>
            <a:r>
              <a:rPr lang="en-US" altLang="ko-KR" sz="2000" dirty="0"/>
              <a:t>3</a:t>
            </a:r>
            <a:r>
              <a:rPr lang="ko-KR" altLang="en-US" sz="2000" dirty="0"/>
              <a:t>선 승제</a:t>
            </a:r>
            <a:endParaRPr lang="en-US" altLang="ko-KR" sz="2000" dirty="0"/>
          </a:p>
          <a:p>
            <a:pPr lvl="2"/>
            <a:r>
              <a:rPr lang="ko-KR" altLang="en-US" sz="1600" dirty="0"/>
              <a:t>매 판 결과 </a:t>
            </a:r>
            <a:r>
              <a:rPr lang="en-US" altLang="ko-KR" sz="1600" dirty="0"/>
              <a:t>+ </a:t>
            </a:r>
            <a:r>
              <a:rPr lang="ko-KR" altLang="en-US" sz="1600" dirty="0"/>
              <a:t>전적 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입력 값 </a:t>
            </a:r>
            <a:r>
              <a:rPr lang="en-US" altLang="ko-KR" sz="1600" dirty="0"/>
              <a:t>&lt; </a:t>
            </a:r>
            <a:r>
              <a:rPr lang="ko-KR" altLang="en-US" sz="1600" dirty="0"/>
              <a:t>정답  </a:t>
            </a:r>
            <a:r>
              <a:rPr lang="en-US" altLang="ko-KR" sz="1600" dirty="0"/>
              <a:t>"&lt;Up&gt; </a:t>
            </a:r>
            <a:r>
              <a:rPr lang="ko-KR" altLang="en-US" sz="1600" dirty="0"/>
              <a:t>입력한 숫자가 정답보다 큽니다</a:t>
            </a:r>
            <a:r>
              <a:rPr lang="en-US" altLang="ko-KR" sz="1600" dirty="0"/>
              <a:t>" </a:t>
            </a:r>
            <a:r>
              <a:rPr lang="ko-KR" altLang="en-US" sz="1600" dirty="0"/>
              <a:t>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입력 값 </a:t>
            </a:r>
            <a:r>
              <a:rPr lang="en-US" altLang="ko-KR" sz="1600" dirty="0"/>
              <a:t>&gt; </a:t>
            </a:r>
            <a:r>
              <a:rPr lang="ko-KR" altLang="en-US" sz="1600" dirty="0"/>
              <a:t>정답  </a:t>
            </a:r>
            <a:r>
              <a:rPr lang="en-US" altLang="ko-KR" sz="1600" dirty="0"/>
              <a:t>"&lt;Down&gt; </a:t>
            </a:r>
            <a:r>
              <a:rPr lang="ko-KR" altLang="en-US" sz="1600" dirty="0"/>
              <a:t>입력한 숫자가 정답보다 작습니다</a:t>
            </a:r>
            <a:r>
              <a:rPr lang="en-US" altLang="ko-KR" sz="1600" dirty="0"/>
              <a:t>" </a:t>
            </a:r>
            <a:r>
              <a:rPr lang="ko-KR" altLang="en-US" sz="1600" dirty="0"/>
              <a:t>출력</a:t>
            </a:r>
            <a:endParaRPr lang="en-US" altLang="ko-KR" sz="1600" dirty="0"/>
          </a:p>
          <a:p>
            <a:pPr lvl="2"/>
            <a:r>
              <a:rPr lang="ko-KR" altLang="en-US" sz="1600" dirty="0"/>
              <a:t>정답 일치 → 성공</a:t>
            </a:r>
          </a:p>
          <a:p>
            <a:pPr lvl="1"/>
            <a:r>
              <a:rPr lang="ko-KR" altLang="en-US" sz="2000" dirty="0"/>
              <a:t>게임 결과 표시</a:t>
            </a:r>
            <a:endParaRPr lang="en-US" altLang="ko-KR" sz="2000" dirty="0"/>
          </a:p>
          <a:p>
            <a:pPr lvl="2"/>
            <a:r>
              <a:rPr lang="en-US" altLang="ko-KR" sz="1600" dirty="0"/>
              <a:t>0 </a:t>
            </a:r>
            <a:r>
              <a:rPr lang="ko-KR" altLang="en-US" sz="1600" dirty="0"/>
              <a:t>판 </a:t>
            </a:r>
            <a:r>
              <a:rPr lang="en-US" altLang="ko-KR" sz="1600" dirty="0"/>
              <a:t>0</a:t>
            </a:r>
            <a:r>
              <a:rPr lang="ko-KR" altLang="en-US" sz="1600" dirty="0"/>
              <a:t>승 </a:t>
            </a:r>
            <a:r>
              <a:rPr lang="en-US" altLang="ko-KR" sz="1600" dirty="0"/>
              <a:t>0</a:t>
            </a:r>
            <a:r>
              <a:rPr lang="ko-KR" altLang="en-US" sz="1600" dirty="0"/>
              <a:t>패</a:t>
            </a:r>
            <a:endParaRPr lang="en-US" altLang="ko-KR" sz="1600" dirty="0"/>
          </a:p>
          <a:p>
            <a:pPr lvl="2"/>
            <a:r>
              <a:rPr lang="ko-KR" altLang="en-US" sz="1600" dirty="0"/>
              <a:t>승리 또는 패배</a:t>
            </a:r>
            <a:endParaRPr lang="en-US" altLang="ko-KR" sz="1600" dirty="0"/>
          </a:p>
          <a:p>
            <a:pPr lvl="1"/>
            <a:r>
              <a:rPr lang="ko-KR" altLang="en-US" sz="2000" dirty="0"/>
              <a:t>보너스</a:t>
            </a:r>
            <a:r>
              <a:rPr lang="en-US" altLang="ko-KR" sz="2000" dirty="0"/>
              <a:t>: 'p'</a:t>
            </a:r>
            <a:r>
              <a:rPr lang="ko-KR" altLang="en-US" sz="2000" dirty="0"/>
              <a:t>키를 누르면 해당 판수 승리 판정</a:t>
            </a:r>
            <a:endParaRPr lang="en-US" altLang="ko-KR" sz="20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962D6BDF-1B92-26E2-48EB-424DCD1FFBD7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14684977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EBCC4A-1821-8A05-D5AA-B40062070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0C7074-AA98-4DC3-AA24-1A12032CDC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b="0" dirty="0"/>
              <a:t>2</a:t>
            </a:r>
            <a:r>
              <a:rPr lang="ko-KR" altLang="en-US" b="0" dirty="0"/>
              <a:t>차 집중 과제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A2B055-0743-BE80-0C46-32DA46F6AE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z="2000" dirty="0"/>
              <a:t>과제 </a:t>
            </a:r>
            <a:r>
              <a:rPr lang="en-US" altLang="ko-KR" sz="2000" dirty="0"/>
              <a:t>2: </a:t>
            </a:r>
            <a:r>
              <a:rPr lang="ko-KR" altLang="en-US" sz="2000" dirty="0"/>
              <a:t>가위바위보 게임</a:t>
            </a:r>
          </a:p>
          <a:p>
            <a:pPr lvl="1"/>
            <a:r>
              <a:rPr lang="ko-KR" altLang="en-US" sz="1800" dirty="0"/>
              <a:t>진행 </a:t>
            </a:r>
            <a:r>
              <a:rPr lang="en-US" altLang="ko-KR" sz="1800" dirty="0"/>
              <a:t>/ </a:t>
            </a:r>
            <a:r>
              <a:rPr lang="ko-KR" altLang="en-US" sz="1800" dirty="0"/>
              <a:t>규칙</a:t>
            </a:r>
            <a:r>
              <a:rPr lang="en-US" altLang="ko-KR" sz="1800" dirty="0"/>
              <a:t>: 5</a:t>
            </a:r>
            <a:r>
              <a:rPr lang="ko-KR" altLang="en-US" sz="1800" dirty="0"/>
              <a:t>판 </a:t>
            </a:r>
            <a:r>
              <a:rPr lang="en-US" altLang="ko-KR" sz="1800" dirty="0"/>
              <a:t>3</a:t>
            </a:r>
            <a:r>
              <a:rPr lang="ko-KR" altLang="en-US" sz="1800" dirty="0"/>
              <a:t>선 승제</a:t>
            </a:r>
            <a:endParaRPr lang="en-US" altLang="ko-KR" sz="1800" dirty="0"/>
          </a:p>
          <a:p>
            <a:pPr lvl="2"/>
            <a:r>
              <a:rPr lang="ko-KR" altLang="en-US" sz="1400" dirty="0"/>
              <a:t>매 판 결과 </a:t>
            </a:r>
            <a:r>
              <a:rPr lang="en-US" altLang="ko-KR" sz="1400" dirty="0"/>
              <a:t>+ </a:t>
            </a:r>
            <a:r>
              <a:rPr lang="ko-KR" altLang="en-US" sz="1400" dirty="0"/>
              <a:t>전적 출력</a:t>
            </a:r>
            <a:endParaRPr lang="en-US" altLang="ko-KR" sz="1400" dirty="0"/>
          </a:p>
          <a:p>
            <a:pPr lvl="2"/>
            <a:r>
              <a:rPr lang="en-US" altLang="ko-KR" sz="1400" dirty="0"/>
              <a:t>1: </a:t>
            </a:r>
            <a:r>
              <a:rPr lang="ko-KR" altLang="en-US" sz="1400" dirty="0"/>
              <a:t>바위 </a:t>
            </a:r>
            <a:r>
              <a:rPr lang="en-US" altLang="ko-KR" sz="1400" dirty="0"/>
              <a:t>/ 2: </a:t>
            </a:r>
            <a:r>
              <a:rPr lang="ko-KR" altLang="en-US" sz="1400" dirty="0"/>
              <a:t>가위 </a:t>
            </a:r>
            <a:r>
              <a:rPr lang="en-US" altLang="ko-KR" sz="1400" dirty="0"/>
              <a:t>/ 3: </a:t>
            </a:r>
            <a:r>
              <a:rPr lang="ko-KR" altLang="en-US" sz="1400" dirty="0"/>
              <a:t>보</a:t>
            </a:r>
          </a:p>
          <a:p>
            <a:pPr lvl="2"/>
            <a:r>
              <a:rPr lang="en-US" altLang="ko-KR" sz="1400" dirty="0"/>
              <a:t>rand() </a:t>
            </a:r>
            <a:r>
              <a:rPr lang="ko-KR" altLang="en-US" sz="1400" dirty="0"/>
              <a:t>사용</a:t>
            </a:r>
            <a:endParaRPr lang="en-US" altLang="ko-KR" sz="1800" dirty="0"/>
          </a:p>
          <a:p>
            <a:pPr lvl="1"/>
            <a:r>
              <a:rPr lang="ko-KR" altLang="en-US" sz="1800" dirty="0"/>
              <a:t>게임 결과 표시</a:t>
            </a:r>
            <a:endParaRPr lang="en-US" altLang="ko-KR" sz="1800" dirty="0"/>
          </a:p>
          <a:p>
            <a:pPr lvl="2"/>
            <a:r>
              <a:rPr lang="en-US" altLang="ko-KR" sz="1400" dirty="0"/>
              <a:t>0 </a:t>
            </a:r>
            <a:r>
              <a:rPr lang="ko-KR" altLang="en-US" sz="1400" dirty="0"/>
              <a:t>판 </a:t>
            </a:r>
            <a:r>
              <a:rPr lang="en-US" altLang="ko-KR" sz="1400" dirty="0"/>
              <a:t>0</a:t>
            </a:r>
            <a:r>
              <a:rPr lang="ko-KR" altLang="en-US" sz="1400" dirty="0"/>
              <a:t>승 </a:t>
            </a:r>
            <a:r>
              <a:rPr lang="en-US" altLang="ko-KR" sz="1400" dirty="0"/>
              <a:t>0</a:t>
            </a:r>
            <a:r>
              <a:rPr lang="ko-KR" altLang="en-US" sz="1400" dirty="0"/>
              <a:t>패</a:t>
            </a:r>
            <a:endParaRPr lang="en-US" altLang="ko-KR" sz="1400" dirty="0"/>
          </a:p>
          <a:p>
            <a:pPr lvl="2"/>
            <a:r>
              <a:rPr lang="ko-KR" altLang="en-US" sz="1400" dirty="0"/>
              <a:t>승리 또는 패배</a:t>
            </a:r>
            <a:endParaRPr lang="en-US" altLang="ko-KR" sz="1400" dirty="0"/>
          </a:p>
          <a:p>
            <a:pPr lvl="1"/>
            <a:r>
              <a:rPr lang="ko-KR" altLang="en-US" sz="1800" dirty="0"/>
              <a:t>보너스</a:t>
            </a:r>
            <a:r>
              <a:rPr lang="en-US" altLang="ko-KR" sz="1800" dirty="0"/>
              <a:t>: 'p'</a:t>
            </a:r>
            <a:r>
              <a:rPr lang="ko-KR" altLang="en-US" sz="1800" dirty="0"/>
              <a:t>키를 누르면 해당 판수 승리 판정</a:t>
            </a:r>
            <a:endParaRPr lang="en-US" altLang="ko-KR" sz="1800" dirty="0"/>
          </a:p>
          <a:p>
            <a:pPr lvl="2"/>
            <a:endParaRPr lang="ko-KR" altLang="en-US" sz="1400" dirty="0"/>
          </a:p>
          <a:p>
            <a:r>
              <a:rPr lang="ko-KR" altLang="en-US" sz="2000" dirty="0"/>
              <a:t>과제 </a:t>
            </a:r>
            <a:r>
              <a:rPr lang="en-US" altLang="ko-KR" sz="2000" dirty="0"/>
              <a:t>3: </a:t>
            </a:r>
            <a:r>
              <a:rPr lang="ko-KR" altLang="en-US" sz="2000" dirty="0"/>
              <a:t>숫자 야구 게임</a:t>
            </a:r>
          </a:p>
          <a:p>
            <a:pPr lvl="1"/>
            <a:r>
              <a:rPr lang="ko-KR" altLang="en-US" sz="1800" dirty="0"/>
              <a:t>진행</a:t>
            </a:r>
            <a:endParaRPr lang="en-US" altLang="ko-KR" sz="1800" dirty="0"/>
          </a:p>
          <a:p>
            <a:pPr lvl="2"/>
            <a:r>
              <a:rPr lang="ko-KR" altLang="en-US" sz="1400" dirty="0"/>
              <a:t>프로그램 시작 시 </a:t>
            </a:r>
            <a:r>
              <a:rPr lang="en-US" altLang="ko-KR" sz="1400" dirty="0"/>
              <a:t>rand()</a:t>
            </a:r>
            <a:r>
              <a:rPr lang="ko-KR" altLang="en-US" sz="1400" dirty="0"/>
              <a:t>로 서로 다른 숫자 </a:t>
            </a:r>
            <a:r>
              <a:rPr lang="en-US" altLang="ko-KR" sz="1400" dirty="0"/>
              <a:t>3</a:t>
            </a:r>
            <a:r>
              <a:rPr lang="ko-KR" altLang="en-US" sz="1400" dirty="0"/>
              <a:t>개 생성</a:t>
            </a:r>
          </a:p>
          <a:p>
            <a:pPr lvl="2"/>
            <a:r>
              <a:rPr lang="ko-KR" altLang="en-US" sz="1400" dirty="0"/>
              <a:t>스트라이크 </a:t>
            </a:r>
            <a:r>
              <a:rPr lang="en-US" altLang="ko-KR" sz="1400" dirty="0"/>
              <a:t>/ </a:t>
            </a:r>
            <a:r>
              <a:rPr lang="ko-KR" altLang="en-US" sz="1400" dirty="0"/>
              <a:t>볼 판정</a:t>
            </a:r>
            <a:endParaRPr lang="en-US" altLang="ko-KR" sz="1400" dirty="0"/>
          </a:p>
          <a:p>
            <a:pPr lvl="3"/>
            <a:r>
              <a:rPr lang="ko-KR" altLang="en-US" sz="1200" dirty="0"/>
              <a:t>같은 자리에 같은 숫자면 → 스트라이크</a:t>
            </a:r>
            <a:r>
              <a:rPr lang="en-US" altLang="ko-KR" sz="1200" dirty="0"/>
              <a:t>(Strike)</a:t>
            </a:r>
          </a:p>
          <a:p>
            <a:pPr lvl="3"/>
            <a:r>
              <a:rPr lang="ko-KR" altLang="en-US" sz="1200" dirty="0"/>
              <a:t>다른 자리에 있지만 숫자만 같으면 → 볼</a:t>
            </a:r>
            <a:r>
              <a:rPr lang="en-US" altLang="ko-KR" sz="1200" dirty="0"/>
              <a:t>(Ball)</a:t>
            </a:r>
            <a:endParaRPr lang="ko-KR" altLang="en-US" sz="1200" dirty="0"/>
          </a:p>
          <a:p>
            <a:pPr lvl="2"/>
            <a:r>
              <a:rPr lang="en-US" altLang="ko-KR" sz="1400" dirty="0"/>
              <a:t>3</a:t>
            </a:r>
            <a:r>
              <a:rPr lang="ko-KR" altLang="en-US" sz="1400" dirty="0"/>
              <a:t>개 모두 일치</a:t>
            </a:r>
            <a:r>
              <a:rPr lang="en-US" altLang="ko-KR" sz="1400" dirty="0"/>
              <a:t>: </a:t>
            </a:r>
            <a:r>
              <a:rPr lang="ko-KR" altLang="en-US" sz="1400" dirty="0"/>
              <a:t>게임 종료</a:t>
            </a:r>
            <a:endParaRPr lang="en-US" altLang="ko-KR" sz="1400" dirty="0"/>
          </a:p>
          <a:p>
            <a:pPr lvl="1"/>
            <a:r>
              <a:rPr lang="ko-KR" altLang="en-US" sz="1800" dirty="0"/>
              <a:t>게임 결과 표시</a:t>
            </a:r>
            <a:endParaRPr lang="en-US" altLang="ko-KR" sz="1800" dirty="0"/>
          </a:p>
          <a:p>
            <a:pPr lvl="2"/>
            <a:r>
              <a:rPr lang="ko-KR" altLang="en-US" sz="1400" dirty="0"/>
              <a:t>실행 횟수</a:t>
            </a:r>
            <a:r>
              <a:rPr lang="en-US" altLang="ko-KR" sz="1400" dirty="0"/>
              <a:t>, </a:t>
            </a:r>
            <a:r>
              <a:rPr lang="ko-KR" altLang="en-US" sz="1400" dirty="0"/>
              <a:t>스트라이크 횟수</a:t>
            </a:r>
            <a:r>
              <a:rPr lang="en-US" altLang="ko-KR" sz="1400" dirty="0"/>
              <a:t>, </a:t>
            </a:r>
            <a:r>
              <a:rPr lang="ko-KR" altLang="en-US" sz="1400" dirty="0"/>
              <a:t>볼 횟수</a:t>
            </a:r>
            <a:endParaRPr lang="en-US" altLang="ko-KR" sz="1400" dirty="0"/>
          </a:p>
          <a:p>
            <a:pPr lvl="1"/>
            <a:r>
              <a:rPr lang="ko-KR" altLang="en-US" sz="1800" dirty="0"/>
              <a:t>보너스</a:t>
            </a:r>
            <a:r>
              <a:rPr lang="en-US" altLang="ko-KR" sz="1800" dirty="0"/>
              <a:t>: 'p'</a:t>
            </a:r>
            <a:r>
              <a:rPr lang="ko-KR" altLang="en-US" sz="1800" dirty="0"/>
              <a:t>키를 누르면 해당 판수 승리 판정</a:t>
            </a:r>
            <a:endParaRPr lang="en-US" altLang="ko-KR" sz="1600" dirty="0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0226EA3-AEF4-9B3E-6E2E-12D0BB9FD4E9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>
              <a:defRPr/>
            </a:pPr>
            <a:r>
              <a:rPr lang="ko-KR" altLang="en-US" dirty="0"/>
              <a:t>게임 프로그래밍 교육과정</a:t>
            </a:r>
          </a:p>
        </p:txBody>
      </p:sp>
    </p:spTree>
    <p:extLst>
      <p:ext uri="{BB962C8B-B14F-4D97-AF65-F5344CB8AC3E}">
        <p14:creationId xmlns:p14="http://schemas.microsoft.com/office/powerpoint/2010/main" val="58082639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가을체"/>
        <a:ea typeface="가을체"/>
        <a:cs typeface=""/>
      </a:majorFont>
      <a:minorFont>
        <a:latin typeface="가을체"/>
        <a:ea typeface="가을체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25400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909E8E84-426E-40DD-AFC4-6F175D3DCCD1}">
            <a14:hiddenFill xmlns:a14="http://schemas.microsoft.com/office/drawing/2010/main">
              <a:solidFill>
                <a:schemeClr val="accent1"/>
              </a:solidFill>
            </a14:hiddenFill>
          </a:ex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0000" tIns="46800" rIns="90000" bIns="4680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굴림" panose="020B0600000101010101" pitchFamily="50" charset="-127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4947</TotalTime>
  <Words>667</Words>
  <Application>Microsoft Office PowerPoint</Application>
  <PresentationFormat>화면 슬라이드 쇼(4:3)</PresentationFormat>
  <Paragraphs>121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Wingdings</vt:lpstr>
      <vt:lpstr>Arial</vt:lpstr>
      <vt:lpstr>굴림</vt:lpstr>
      <vt:lpstr>HY견고딕</vt:lpstr>
      <vt:lpstr>가을체</vt:lpstr>
      <vt:lpstr>기본 디자인</vt:lpstr>
      <vt:lpstr>90. 집중 과제</vt:lpstr>
      <vt:lpstr>1차 집중 과제</vt:lpstr>
      <vt:lpstr>1차 집중 과제</vt:lpstr>
      <vt:lpstr>1차 집중 과제</vt:lpstr>
      <vt:lpstr>1차 집중 과제</vt:lpstr>
      <vt:lpstr>2차 집중 과제</vt:lpstr>
      <vt:lpstr>2차 집중 과제</vt:lpstr>
      <vt:lpstr>2차 집중 과제</vt:lpstr>
      <vt:lpstr>2차 집중 과제</vt:lpstr>
    </vt:vector>
  </TitlesOfParts>
  <Company>GaLic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</dc:title>
  <dc:creator>Heesung Oh</dc:creator>
  <cp:lastModifiedBy>Heesung Oh</cp:lastModifiedBy>
  <cp:revision>231</cp:revision>
  <dcterms:created xsi:type="dcterms:W3CDTF">2003-11-30T16:03:20Z</dcterms:created>
  <dcterms:modified xsi:type="dcterms:W3CDTF">2026-04-05T13:15:21Z</dcterms:modified>
</cp:coreProperties>
</file>